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5143500" type="screen16x9"/>
  <p:notesSz cx="6858000" cy="9144000"/>
  <p:embeddedFontLst>
    <p:embeddedFont>
      <p:font typeface="Alegreya Sans" panose="020B0604020202020204" charset="0"/>
      <p:regular r:id="rId13"/>
      <p:bold r:id="rId14"/>
      <p:italic r:id="rId15"/>
      <p:boldItalic r:id="rId16"/>
    </p:embeddedFont>
    <p:embeddedFont>
      <p:font typeface="Alegreya Sans Medium" panose="020B0604020202020204" charset="0"/>
      <p:regular r:id="rId17"/>
      <p:bold r:id="rId18"/>
      <p:italic r:id="rId19"/>
      <p:boldItalic r:id="rId20"/>
    </p:embeddedFont>
    <p:embeddedFont>
      <p:font typeface="Darker Grotesque Medium" panose="020B0604020202020204" charset="0"/>
      <p:regular r:id="rId21"/>
      <p:bold r:id="rId22"/>
    </p:embeddedFont>
    <p:embeddedFont>
      <p:font typeface="Impact" panose="020B0806030902050204" pitchFamily="34" charset="0"/>
      <p:regular r:id="rId23"/>
    </p:embeddedFont>
    <p:embeddedFont>
      <p:font typeface="Montserra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7D7B29-DA92-4806-82D9-B66620BFF112}">
  <a:tblStyle styleId="{D37D7B29-DA92-4806-82D9-B66620BFF1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74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894e56e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9894e56e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9894e56e08_0_5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9894e56e08_0_5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9894e56e08_0_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9894e56e08_0_9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9894e56e08_0_1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9894e56e08_0_1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9894e56e08_0_2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9894e56e08_0_2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894e56e08_0_5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9894e56e08_0_5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9894e56e08_0_3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9894e56e08_0_3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9894e56e08_0_4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9894e56e08_0_4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894e56e08_0_5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9894e56e08_0_5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046f9bb59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a046f9bb59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2700" y="1660825"/>
            <a:ext cx="6438600" cy="17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2700" y="3449425"/>
            <a:ext cx="6438600" cy="3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12" name="Google Shape;12;p2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436650" y="115985"/>
              <a:ext cx="8496713" cy="384889"/>
              <a:chOff x="436650" y="115985"/>
              <a:chExt cx="8496713" cy="38488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36650" y="240445"/>
                <a:ext cx="183600" cy="1836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749763" y="240445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791300" y="115985"/>
                <a:ext cx="91200" cy="912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175347" y="363174"/>
                <a:ext cx="137700" cy="1377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</p:grpSp>
      <p:grpSp>
        <p:nvGrpSpPr>
          <p:cNvPr id="18" name="Google Shape;18;p2"/>
          <p:cNvGrpSpPr/>
          <p:nvPr/>
        </p:nvGrpSpPr>
        <p:grpSpPr>
          <a:xfrm>
            <a:off x="0" y="-588573"/>
            <a:ext cx="9513750" cy="5956677"/>
            <a:chOff x="0" y="-588573"/>
            <a:chExt cx="9513750" cy="5956677"/>
          </a:xfrm>
        </p:grpSpPr>
        <p:sp>
          <p:nvSpPr>
            <p:cNvPr id="19" name="Google Shape;19;p2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2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1" name="Google Shape;21;p2"/>
            <p:cNvSpPr/>
            <p:nvPr/>
          </p:nvSpPr>
          <p:spPr>
            <a:xfrm>
              <a:off x="0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" name="Google Shape;22;p2"/>
            <p:cNvSpPr/>
            <p:nvPr/>
          </p:nvSpPr>
          <p:spPr>
            <a:xfrm rot="-928815">
              <a:off x="7659001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" name="Google Shape;23;p2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4" name="Google Shape;24;p2"/>
            <p:cNvSpPr/>
            <p:nvPr/>
          </p:nvSpPr>
          <p:spPr>
            <a:xfrm>
              <a:off x="8376875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" name="Google Shape;25;p2"/>
            <p:cNvSpPr/>
            <p:nvPr/>
          </p:nvSpPr>
          <p:spPr>
            <a:xfrm>
              <a:off x="801854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" name="Google Shape;26;p2"/>
            <p:cNvSpPr/>
            <p:nvPr/>
          </p:nvSpPr>
          <p:spPr>
            <a:xfrm rot="9581161" flipH="1">
              <a:off x="3501791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27" name="Google Shape;27;p2"/>
          <p:cNvGrpSpPr/>
          <p:nvPr/>
        </p:nvGrpSpPr>
        <p:grpSpPr>
          <a:xfrm>
            <a:off x="-252065" y="-270205"/>
            <a:ext cx="9682965" cy="4178820"/>
            <a:chOff x="-252065" y="-270205"/>
            <a:chExt cx="9682965" cy="4178820"/>
          </a:xfrm>
        </p:grpSpPr>
        <p:sp>
          <p:nvSpPr>
            <p:cNvPr id="28" name="Google Shape;28;p2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252260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252065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80176" y="37487"/>
            <a:ext cx="9201622" cy="5022134"/>
            <a:chOff x="80176" y="37487"/>
            <a:chExt cx="9201622" cy="5022134"/>
          </a:xfrm>
        </p:grpSpPr>
        <p:grpSp>
          <p:nvGrpSpPr>
            <p:cNvPr id="32" name="Google Shape;32;p2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33" name="Google Shape;33;p2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37312C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2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49" name="Google Shape;49;p2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 rot="-1210201">
              <a:off x="2554239" y="139838"/>
              <a:ext cx="697564" cy="584347"/>
              <a:chOff x="4385880" y="76680"/>
              <a:chExt cx="1338480" cy="112104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579500" y="2347400"/>
            <a:ext cx="5985000" cy="87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4020750" y="1343125"/>
            <a:ext cx="1102500" cy="98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1579500" y="3227075"/>
            <a:ext cx="5985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3"/>
          <p:cNvGrpSpPr/>
          <p:nvPr/>
        </p:nvGrpSpPr>
        <p:grpSpPr>
          <a:xfrm>
            <a:off x="-107426" y="-306950"/>
            <a:ext cx="9760321" cy="5702072"/>
            <a:chOff x="-107426" y="-306950"/>
            <a:chExt cx="9760321" cy="5702072"/>
          </a:xfrm>
        </p:grpSpPr>
        <p:sp>
          <p:nvSpPr>
            <p:cNvPr id="69" name="Google Shape;69;p3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" name="Google Shape;70;p3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1" name="Google Shape;71;p3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2" name="Google Shape;72;p3"/>
            <p:cNvGrpSpPr/>
            <p:nvPr/>
          </p:nvGrpSpPr>
          <p:grpSpPr>
            <a:xfrm>
              <a:off x="-78001" y="2597484"/>
              <a:ext cx="3468444" cy="2797638"/>
              <a:chOff x="-171426" y="2597484"/>
              <a:chExt cx="3468444" cy="2797638"/>
            </a:xfrm>
          </p:grpSpPr>
          <p:sp>
            <p:nvSpPr>
              <p:cNvPr id="73" name="Google Shape;73;p3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" name="Google Shape;74;p3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" name="Google Shape;75;p3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6" name="Google Shape;76;p3"/>
          <p:cNvGrpSpPr/>
          <p:nvPr/>
        </p:nvGrpSpPr>
        <p:grpSpPr>
          <a:xfrm>
            <a:off x="-6" y="950190"/>
            <a:ext cx="9045729" cy="3847127"/>
            <a:chOff x="-6" y="950190"/>
            <a:chExt cx="9045729" cy="3847127"/>
          </a:xfrm>
        </p:grpSpPr>
        <p:grpSp>
          <p:nvGrpSpPr>
            <p:cNvPr id="77" name="Google Shape;77;p3"/>
            <p:cNvGrpSpPr/>
            <p:nvPr/>
          </p:nvGrpSpPr>
          <p:grpSpPr>
            <a:xfrm rot="-1210239">
              <a:off x="117607" y="3779495"/>
              <a:ext cx="1034086" cy="866096"/>
              <a:chOff x="4385880" y="76680"/>
              <a:chExt cx="1338480" cy="1121040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 rot="-5400000" flipH="1">
              <a:off x="8285926" y="1095030"/>
              <a:ext cx="904637" cy="614957"/>
              <a:chOff x="6078960" y="142560"/>
              <a:chExt cx="1390680" cy="94536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6469560" y="452520"/>
                <a:ext cx="856800" cy="63540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765" extrusionOk="0">
                    <a:moveTo>
                      <a:pt x="2352" y="1230"/>
                    </a:moveTo>
                    <a:lnTo>
                      <a:pt x="2149" y="1625"/>
                    </a:lnTo>
                    <a:cubicBezTo>
                      <a:pt x="2084" y="1751"/>
                      <a:pt x="1927" y="1801"/>
                      <a:pt x="1801" y="1736"/>
                    </a:cubicBezTo>
                    <a:lnTo>
                      <a:pt x="139" y="882"/>
                    </a:lnTo>
                    <a:cubicBezTo>
                      <a:pt x="13" y="817"/>
                      <a:pt x="-37" y="661"/>
                      <a:pt x="28" y="535"/>
                    </a:cubicBezTo>
                    <a:lnTo>
                      <a:pt x="231" y="140"/>
                    </a:lnTo>
                    <a:cubicBezTo>
                      <a:pt x="296" y="13"/>
                      <a:pt x="452" y="-37"/>
                      <a:pt x="578" y="28"/>
                    </a:cubicBezTo>
                    <a:lnTo>
                      <a:pt x="2240" y="882"/>
                    </a:lnTo>
                    <a:cubicBezTo>
                      <a:pt x="2366" y="947"/>
                      <a:pt x="2417" y="1104"/>
                      <a:pt x="2352" y="12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623280" y="473040"/>
                <a:ext cx="703080" cy="614520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1707" extrusionOk="0">
                    <a:moveTo>
                      <a:pt x="1722" y="1568"/>
                    </a:moveTo>
                    <a:lnTo>
                      <a:pt x="1925" y="1173"/>
                    </a:lnTo>
                    <a:cubicBezTo>
                      <a:pt x="1990" y="1047"/>
                      <a:pt x="1939" y="890"/>
                      <a:pt x="1813" y="825"/>
                    </a:cubicBezTo>
                    <a:lnTo>
                      <a:pt x="208" y="0"/>
                    </a:lnTo>
                    <a:cubicBezTo>
                      <a:pt x="139" y="45"/>
                      <a:pt x="70" y="96"/>
                      <a:pt x="0" y="157"/>
                    </a:cubicBezTo>
                    <a:cubicBezTo>
                      <a:pt x="0" y="157"/>
                      <a:pt x="634" y="457"/>
                      <a:pt x="1014" y="585"/>
                    </a:cubicBezTo>
                    <a:cubicBezTo>
                      <a:pt x="1372" y="705"/>
                      <a:pt x="1656" y="1327"/>
                      <a:pt x="1380" y="1682"/>
                    </a:cubicBezTo>
                    <a:cubicBezTo>
                      <a:pt x="1505" y="1742"/>
                      <a:pt x="1658" y="1692"/>
                      <a:pt x="1722" y="15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6138000" y="191880"/>
                <a:ext cx="572400" cy="666360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1851" extrusionOk="0">
                    <a:moveTo>
                      <a:pt x="0" y="1577"/>
                    </a:moveTo>
                    <a:cubicBezTo>
                      <a:pt x="0" y="1577"/>
                      <a:pt x="619" y="2141"/>
                      <a:pt x="1150" y="1652"/>
                    </a:cubicBezTo>
                    <a:lnTo>
                      <a:pt x="1589" y="798"/>
                    </a:lnTo>
                    <a:cubicBezTo>
                      <a:pt x="1589" y="798"/>
                      <a:pt x="1635" y="222"/>
                      <a:pt x="852" y="0"/>
                    </a:cubicBezTo>
                    <a:lnTo>
                      <a:pt x="0" y="15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6726960" y="655200"/>
                <a:ext cx="9396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268" extrusionOk="0">
                    <a:moveTo>
                      <a:pt x="6" y="178"/>
                    </a:moveTo>
                    <a:cubicBezTo>
                      <a:pt x="16" y="211"/>
                      <a:pt x="37" y="238"/>
                      <a:pt x="67" y="253"/>
                    </a:cubicBezTo>
                    <a:cubicBezTo>
                      <a:pt x="130" y="287"/>
                      <a:pt x="210" y="261"/>
                      <a:pt x="245" y="196"/>
                    </a:cubicBezTo>
                    <a:cubicBezTo>
                      <a:pt x="279" y="132"/>
                      <a:pt x="256" y="48"/>
                      <a:pt x="195" y="15"/>
                    </a:cubicBezTo>
                    <a:cubicBezTo>
                      <a:pt x="131" y="-19"/>
                      <a:pt x="51" y="7"/>
                      <a:pt x="16" y="73"/>
                    </a:cubicBezTo>
                    <a:cubicBezTo>
                      <a:pt x="-2" y="106"/>
                      <a:pt x="-5" y="143"/>
                      <a:pt x="6" y="178"/>
                    </a:cubicBezTo>
                    <a:close/>
                  </a:path>
                </a:pathLst>
              </a:custGeom>
              <a:solidFill>
                <a:srgbClr val="0071B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6716520" y="644760"/>
                <a:ext cx="115200" cy="11736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6" extrusionOk="0">
                    <a:moveTo>
                      <a:pt x="237" y="19"/>
                    </a:moveTo>
                    <a:cubicBezTo>
                      <a:pt x="314" y="60"/>
                      <a:pt x="342" y="158"/>
                      <a:pt x="300" y="238"/>
                    </a:cubicBezTo>
                    <a:cubicBezTo>
                      <a:pt x="257" y="318"/>
                      <a:pt x="160" y="349"/>
                      <a:pt x="83" y="308"/>
                    </a:cubicBezTo>
                    <a:cubicBezTo>
                      <a:pt x="5" y="266"/>
                      <a:pt x="-23" y="168"/>
                      <a:pt x="20" y="89"/>
                    </a:cubicBezTo>
                    <a:cubicBezTo>
                      <a:pt x="63" y="9"/>
                      <a:pt x="160" y="-23"/>
                      <a:pt x="237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078960" y="142560"/>
                <a:ext cx="415080" cy="651600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1810" extrusionOk="0">
                    <a:moveTo>
                      <a:pt x="831" y="55"/>
                    </a:moveTo>
                    <a:lnTo>
                      <a:pt x="433" y="800"/>
                    </a:lnTo>
                    <a:lnTo>
                      <a:pt x="11" y="1589"/>
                    </a:lnTo>
                    <a:cubicBezTo>
                      <a:pt x="-19" y="1645"/>
                      <a:pt x="12" y="1719"/>
                      <a:pt x="80" y="1755"/>
                    </a:cubicBezTo>
                    <a:lnTo>
                      <a:pt x="146" y="1790"/>
                    </a:lnTo>
                    <a:cubicBezTo>
                      <a:pt x="213" y="1827"/>
                      <a:pt x="292" y="1811"/>
                      <a:pt x="322" y="1755"/>
                    </a:cubicBezTo>
                    <a:lnTo>
                      <a:pt x="744" y="965"/>
                    </a:lnTo>
                    <a:lnTo>
                      <a:pt x="1142" y="221"/>
                    </a:lnTo>
                    <a:cubicBezTo>
                      <a:pt x="1171" y="165"/>
                      <a:pt x="1141" y="91"/>
                      <a:pt x="1073" y="55"/>
                    </a:cubicBezTo>
                    <a:lnTo>
                      <a:pt x="1007" y="20"/>
                    </a:lnTo>
                    <a:cubicBezTo>
                      <a:pt x="939" y="-17"/>
                      <a:pt x="860" y="-1"/>
                      <a:pt x="831" y="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6507360" y="254160"/>
                <a:ext cx="159840" cy="22356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621" extrusionOk="0">
                    <a:moveTo>
                      <a:pt x="0" y="0"/>
                    </a:moveTo>
                    <a:cubicBezTo>
                      <a:pt x="0" y="0"/>
                      <a:pt x="458" y="175"/>
                      <a:pt x="443" y="621"/>
                    </a:cubicBezTo>
                    <a:cubicBezTo>
                      <a:pt x="443" y="621"/>
                      <a:pt x="341" y="279"/>
                      <a:pt x="0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6138720" y="190080"/>
                <a:ext cx="324720" cy="556560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46" extrusionOk="0">
                    <a:moveTo>
                      <a:pt x="38" y="1537"/>
                    </a:moveTo>
                    <a:lnTo>
                      <a:pt x="38" y="1537"/>
                    </a:lnTo>
                    <a:cubicBezTo>
                      <a:pt x="2" y="1518"/>
                      <a:pt x="-11" y="1473"/>
                      <a:pt x="8" y="1437"/>
                    </a:cubicBezTo>
                    <a:lnTo>
                      <a:pt x="764" y="39"/>
                    </a:lnTo>
                    <a:cubicBezTo>
                      <a:pt x="783" y="3"/>
                      <a:pt x="828" y="-10"/>
                      <a:pt x="864" y="9"/>
                    </a:cubicBezTo>
                    <a:cubicBezTo>
                      <a:pt x="899" y="28"/>
                      <a:pt x="913" y="73"/>
                      <a:pt x="893" y="109"/>
                    </a:cubicBezTo>
                    <a:lnTo>
                      <a:pt x="138" y="1507"/>
                    </a:lnTo>
                    <a:cubicBezTo>
                      <a:pt x="119" y="1543"/>
                      <a:pt x="74" y="1556"/>
                      <a:pt x="38" y="15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6903360" y="145080"/>
                <a:ext cx="21852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607" h="448" extrusionOk="0">
                    <a:moveTo>
                      <a:pt x="607" y="201"/>
                    </a:moveTo>
                    <a:lnTo>
                      <a:pt x="98" y="448"/>
                    </a:lnTo>
                    <a:lnTo>
                      <a:pt x="0" y="246"/>
                    </a:lnTo>
                    <a:lnTo>
                      <a:pt x="510" y="0"/>
                    </a:lnTo>
                    <a:lnTo>
                      <a:pt x="607" y="20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6864120" y="181800"/>
                <a:ext cx="605520" cy="723600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2010" extrusionOk="0">
                    <a:moveTo>
                      <a:pt x="1586" y="1655"/>
                    </a:moveTo>
                    <a:lnTo>
                      <a:pt x="888" y="1993"/>
                    </a:lnTo>
                    <a:cubicBezTo>
                      <a:pt x="804" y="2033"/>
                      <a:pt x="702" y="1998"/>
                      <a:pt x="662" y="1914"/>
                    </a:cubicBezTo>
                    <a:lnTo>
                      <a:pt x="16" y="581"/>
                    </a:lnTo>
                    <a:cubicBezTo>
                      <a:pt x="-24" y="498"/>
                      <a:pt x="11" y="396"/>
                      <a:pt x="95" y="355"/>
                    </a:cubicBezTo>
                    <a:lnTo>
                      <a:pt x="793" y="17"/>
                    </a:lnTo>
                    <a:cubicBezTo>
                      <a:pt x="877" y="-24"/>
                      <a:pt x="979" y="12"/>
                      <a:pt x="1019" y="96"/>
                    </a:cubicBezTo>
                    <a:lnTo>
                      <a:pt x="1665" y="1429"/>
                    </a:lnTo>
                    <a:cubicBezTo>
                      <a:pt x="1705" y="1512"/>
                      <a:pt x="1670" y="1614"/>
                      <a:pt x="1586" y="16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6864120" y="181800"/>
                <a:ext cx="434160" cy="34776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966" extrusionOk="0">
                    <a:moveTo>
                      <a:pt x="793" y="17"/>
                    </a:moveTo>
                    <a:lnTo>
                      <a:pt x="95" y="355"/>
                    </a:lnTo>
                    <a:cubicBezTo>
                      <a:pt x="11" y="396"/>
                      <a:pt x="-24" y="498"/>
                      <a:pt x="16" y="581"/>
                    </a:cubicBezTo>
                    <a:lnTo>
                      <a:pt x="203" y="966"/>
                    </a:lnTo>
                    <a:lnTo>
                      <a:pt x="1206" y="481"/>
                    </a:lnTo>
                    <a:lnTo>
                      <a:pt x="1019" y="96"/>
                    </a:lnTo>
                    <a:cubicBezTo>
                      <a:pt x="979" y="12"/>
                      <a:pt x="877" y="-24"/>
                      <a:pt x="793" y="1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7005960" y="282240"/>
                <a:ext cx="13536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77" extrusionOk="0">
                    <a:moveTo>
                      <a:pt x="264" y="66"/>
                    </a:moveTo>
                    <a:lnTo>
                      <a:pt x="228" y="83"/>
                    </a:lnTo>
                    <a:lnTo>
                      <a:pt x="209" y="44"/>
                    </a:lnTo>
                    <a:cubicBezTo>
                      <a:pt x="190" y="6"/>
                      <a:pt x="143" y="-11"/>
                      <a:pt x="104" y="8"/>
                    </a:cubicBezTo>
                    <a:cubicBezTo>
                      <a:pt x="65" y="27"/>
                      <a:pt x="49" y="74"/>
                      <a:pt x="67" y="113"/>
                    </a:cubicBezTo>
                    <a:lnTo>
                      <a:pt x="86" y="152"/>
                    </a:lnTo>
                    <a:lnTo>
                      <a:pt x="44" y="172"/>
                    </a:lnTo>
                    <a:cubicBezTo>
                      <a:pt x="5" y="191"/>
                      <a:pt x="-11" y="238"/>
                      <a:pt x="7" y="277"/>
                    </a:cubicBezTo>
                    <a:cubicBezTo>
                      <a:pt x="26" y="316"/>
                      <a:pt x="73" y="332"/>
                      <a:pt x="112" y="314"/>
                    </a:cubicBezTo>
                    <a:lnTo>
                      <a:pt x="155" y="293"/>
                    </a:lnTo>
                    <a:lnTo>
                      <a:pt x="174" y="333"/>
                    </a:lnTo>
                    <a:cubicBezTo>
                      <a:pt x="193" y="371"/>
                      <a:pt x="240" y="388"/>
                      <a:pt x="279" y="369"/>
                    </a:cubicBezTo>
                    <a:cubicBezTo>
                      <a:pt x="317" y="350"/>
                      <a:pt x="334" y="303"/>
                      <a:pt x="315" y="264"/>
                    </a:cubicBezTo>
                    <a:lnTo>
                      <a:pt x="296" y="225"/>
                    </a:lnTo>
                    <a:lnTo>
                      <a:pt x="332" y="207"/>
                    </a:lnTo>
                    <a:cubicBezTo>
                      <a:pt x="371" y="188"/>
                      <a:pt x="387" y="141"/>
                      <a:pt x="368" y="102"/>
                    </a:cubicBezTo>
                    <a:cubicBezTo>
                      <a:pt x="350" y="63"/>
                      <a:pt x="303" y="47"/>
                      <a:pt x="264" y="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6949440" y="173160"/>
                <a:ext cx="131400" cy="78120"/>
              </a:xfrm>
              <a:custGeom>
                <a:avLst/>
                <a:gdLst/>
                <a:ahLst/>
                <a:cxnLst/>
                <a:rect l="l" t="t" r="r" b="b"/>
                <a:pathLst>
                  <a:path w="365" h="217" extrusionOk="0">
                    <a:moveTo>
                      <a:pt x="343" y="74"/>
                    </a:moveTo>
                    <a:lnTo>
                      <a:pt x="55" y="213"/>
                    </a:lnTo>
                    <a:cubicBezTo>
                      <a:pt x="36" y="222"/>
                      <a:pt x="13" y="214"/>
                      <a:pt x="4" y="195"/>
                    </a:cubicBezTo>
                    <a:cubicBezTo>
                      <a:pt x="-5" y="176"/>
                      <a:pt x="3" y="153"/>
                      <a:pt x="22" y="144"/>
                    </a:cubicBezTo>
                    <a:lnTo>
                      <a:pt x="310" y="4"/>
                    </a:lnTo>
                    <a:cubicBezTo>
                      <a:pt x="329" y="-5"/>
                      <a:pt x="352" y="3"/>
                      <a:pt x="361" y="22"/>
                    </a:cubicBezTo>
                    <a:cubicBezTo>
                      <a:pt x="370" y="41"/>
                      <a:pt x="362" y="65"/>
                      <a:pt x="343" y="74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3100" rIns="90000" bIns="33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6932880" y="374760"/>
                <a:ext cx="157320" cy="261360"/>
              </a:xfrm>
              <a:custGeom>
                <a:avLst/>
                <a:gdLst/>
                <a:ahLst/>
                <a:cxnLst/>
                <a:rect l="l" t="t" r="r" b="b"/>
                <a:pathLst>
                  <a:path w="437" h="726" extrusionOk="0">
                    <a:moveTo>
                      <a:pt x="377" y="717"/>
                    </a:moveTo>
                    <a:lnTo>
                      <a:pt x="377" y="717"/>
                    </a:lnTo>
                    <a:cubicBezTo>
                      <a:pt x="325" y="740"/>
                      <a:pt x="265" y="717"/>
                      <a:pt x="242" y="665"/>
                    </a:cubicBezTo>
                    <a:lnTo>
                      <a:pt x="9" y="144"/>
                    </a:lnTo>
                    <a:cubicBezTo>
                      <a:pt x="-14" y="92"/>
                      <a:pt x="10" y="32"/>
                      <a:pt x="61" y="9"/>
                    </a:cubicBezTo>
                    <a:cubicBezTo>
                      <a:pt x="112" y="-14"/>
                      <a:pt x="173" y="9"/>
                      <a:pt x="195" y="61"/>
                    </a:cubicBezTo>
                    <a:lnTo>
                      <a:pt x="428" y="582"/>
                    </a:lnTo>
                    <a:cubicBezTo>
                      <a:pt x="451" y="633"/>
                      <a:pt x="428" y="694"/>
                      <a:pt x="377" y="71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7038360" y="182880"/>
                <a:ext cx="431280" cy="72252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2007" extrusionOk="0">
                    <a:moveTo>
                      <a:pt x="404" y="1990"/>
                    </a:moveTo>
                    <a:lnTo>
                      <a:pt x="1102" y="1652"/>
                    </a:lnTo>
                    <a:cubicBezTo>
                      <a:pt x="1186" y="1611"/>
                      <a:pt x="1221" y="1509"/>
                      <a:pt x="1181" y="1426"/>
                    </a:cubicBezTo>
                    <a:lnTo>
                      <a:pt x="535" y="93"/>
                    </a:lnTo>
                    <a:cubicBezTo>
                      <a:pt x="511" y="42"/>
                      <a:pt x="464" y="10"/>
                      <a:pt x="413" y="0"/>
                    </a:cubicBezTo>
                    <a:cubicBezTo>
                      <a:pt x="532" y="250"/>
                      <a:pt x="782" y="852"/>
                      <a:pt x="594" y="1154"/>
                    </a:cubicBezTo>
                    <a:cubicBezTo>
                      <a:pt x="448" y="1389"/>
                      <a:pt x="184" y="1496"/>
                      <a:pt x="0" y="1543"/>
                    </a:cubicBezTo>
                    <a:lnTo>
                      <a:pt x="178" y="1911"/>
                    </a:lnTo>
                    <a:cubicBezTo>
                      <a:pt x="218" y="1995"/>
                      <a:pt x="320" y="2030"/>
                      <a:pt x="404" y="199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7217280" y="741240"/>
                <a:ext cx="136080" cy="90000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50" extrusionOk="0">
                    <a:moveTo>
                      <a:pt x="341" y="124"/>
                    </a:moveTo>
                    <a:lnTo>
                      <a:pt x="94" y="244"/>
                    </a:lnTo>
                    <a:cubicBezTo>
                      <a:pt x="62" y="259"/>
                      <a:pt x="23" y="246"/>
                      <a:pt x="7" y="213"/>
                    </a:cubicBezTo>
                    <a:cubicBezTo>
                      <a:pt x="-9" y="181"/>
                      <a:pt x="5" y="142"/>
                      <a:pt x="37" y="126"/>
                    </a:cubicBezTo>
                    <a:lnTo>
                      <a:pt x="285" y="7"/>
                    </a:lnTo>
                    <a:cubicBezTo>
                      <a:pt x="317" y="-9"/>
                      <a:pt x="356" y="5"/>
                      <a:pt x="372" y="37"/>
                    </a:cubicBezTo>
                    <a:cubicBezTo>
                      <a:pt x="387" y="69"/>
                      <a:pt x="374" y="108"/>
                      <a:pt x="341" y="1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" name="Google Shape;104;p3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105" name="Google Shape;105;p3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3"/>
          <p:cNvGrpSpPr/>
          <p:nvPr/>
        </p:nvGrpSpPr>
        <p:grpSpPr>
          <a:xfrm>
            <a:off x="1226075" y="106558"/>
            <a:ext cx="7510800" cy="4960863"/>
            <a:chOff x="1226075" y="106558"/>
            <a:chExt cx="7510800" cy="4960863"/>
          </a:xfrm>
        </p:grpSpPr>
        <p:sp>
          <p:nvSpPr>
            <p:cNvPr id="109" name="Google Shape;109;p3"/>
            <p:cNvSpPr/>
            <p:nvPr/>
          </p:nvSpPr>
          <p:spPr>
            <a:xfrm>
              <a:off x="1226075" y="106558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495750" y="4746469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725500" y="497622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subTitle" idx="1"/>
          </p:nvPr>
        </p:nvSpPr>
        <p:spPr>
          <a:xfrm>
            <a:off x="5055279" y="3879900"/>
            <a:ext cx="25056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ubTitle" idx="2"/>
          </p:nvPr>
        </p:nvSpPr>
        <p:spPr>
          <a:xfrm>
            <a:off x="1583300" y="3879900"/>
            <a:ext cx="25056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subTitle" idx="3"/>
          </p:nvPr>
        </p:nvSpPr>
        <p:spPr>
          <a:xfrm>
            <a:off x="5055275" y="3459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4"/>
          </p:nvPr>
        </p:nvSpPr>
        <p:spPr>
          <a:xfrm>
            <a:off x="1583075" y="3459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130" name="Google Shape;130;p5"/>
          <p:cNvGrpSpPr/>
          <p:nvPr/>
        </p:nvGrpSpPr>
        <p:grpSpPr>
          <a:xfrm flipH="1">
            <a:off x="-513389" y="-306950"/>
            <a:ext cx="9824322" cy="5702072"/>
            <a:chOff x="-171426" y="-306950"/>
            <a:chExt cx="9824322" cy="5702072"/>
          </a:xfrm>
        </p:grpSpPr>
        <p:sp>
          <p:nvSpPr>
            <p:cNvPr id="131" name="Google Shape;131;p5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2" name="Google Shape;132;p5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" name="Google Shape;133;p5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34" name="Google Shape;134;p5"/>
            <p:cNvGrpSpPr/>
            <p:nvPr/>
          </p:nvGrpSpPr>
          <p:grpSpPr>
            <a:xfrm>
              <a:off x="-171426" y="2597484"/>
              <a:ext cx="3468444" cy="2797638"/>
              <a:chOff x="-171426" y="2597484"/>
              <a:chExt cx="3468444" cy="2797638"/>
            </a:xfrm>
          </p:grpSpPr>
          <p:sp>
            <p:nvSpPr>
              <p:cNvPr id="135" name="Google Shape;135;p5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6" name="Google Shape;136;p5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7" name="Google Shape;137;p5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8" name="Google Shape;138;p5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139" name="Google Shape;139;p5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749763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7791300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143" name="Google Shape;143;p5"/>
          <p:cNvGrpSpPr/>
          <p:nvPr/>
        </p:nvGrpSpPr>
        <p:grpSpPr>
          <a:xfrm flipH="1">
            <a:off x="-76200" y="958570"/>
            <a:ext cx="9341052" cy="3362423"/>
            <a:chOff x="-125346" y="958570"/>
            <a:chExt cx="9341052" cy="3362423"/>
          </a:xfrm>
        </p:grpSpPr>
        <p:sp>
          <p:nvSpPr>
            <p:cNvPr id="144" name="Google Shape;144;p5"/>
            <p:cNvSpPr/>
            <p:nvPr/>
          </p:nvSpPr>
          <p:spPr>
            <a:xfrm rot="-1527075">
              <a:off x="8462012" y="3557223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5"/>
            <p:cNvGrpSpPr/>
            <p:nvPr/>
          </p:nvGrpSpPr>
          <p:grpSpPr>
            <a:xfrm rot="-2700000">
              <a:off x="12323" y="1096367"/>
              <a:ext cx="665161" cy="664907"/>
              <a:chOff x="2359800" y="3666600"/>
              <a:chExt cx="940680" cy="940320"/>
            </a:xfrm>
          </p:grpSpPr>
          <p:sp>
            <p:nvSpPr>
              <p:cNvPr id="146" name="Google Shape;146;p5"/>
              <p:cNvSpPr/>
              <p:nvPr/>
            </p:nvSpPr>
            <p:spPr>
              <a:xfrm>
                <a:off x="2461680" y="3768840"/>
                <a:ext cx="736560" cy="73584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2044" extrusionOk="0">
                    <a:moveTo>
                      <a:pt x="2046" y="1021"/>
                    </a:moveTo>
                    <a:cubicBezTo>
                      <a:pt x="2046" y="1586"/>
                      <a:pt x="1588" y="2044"/>
                      <a:pt x="1023" y="2044"/>
                    </a:cubicBezTo>
                    <a:cubicBezTo>
                      <a:pt x="458" y="2044"/>
                      <a:pt x="0" y="1586"/>
                      <a:pt x="0" y="1021"/>
                    </a:cubicBezTo>
                    <a:cubicBezTo>
                      <a:pt x="0" y="458"/>
                      <a:pt x="458" y="0"/>
                      <a:pt x="1023" y="0"/>
                    </a:cubicBezTo>
                    <a:cubicBezTo>
                      <a:pt x="1588" y="0"/>
                      <a:pt x="2046" y="458"/>
                      <a:pt x="2046" y="10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930400" y="3728520"/>
                <a:ext cx="302400" cy="288000"/>
              </a:xfrm>
              <a:custGeom>
                <a:avLst/>
                <a:gdLst/>
                <a:ahLst/>
                <a:cxnLst/>
                <a:rect l="l" t="t" r="r" b="b"/>
                <a:pathLst>
                  <a:path w="840" h="800" extrusionOk="0">
                    <a:moveTo>
                      <a:pt x="822" y="800"/>
                    </a:moveTo>
                    <a:cubicBezTo>
                      <a:pt x="814" y="800"/>
                      <a:pt x="807" y="795"/>
                      <a:pt x="805" y="788"/>
                    </a:cubicBezTo>
                    <a:cubicBezTo>
                      <a:pt x="688" y="422"/>
                      <a:pt x="385" y="133"/>
                      <a:pt x="13" y="35"/>
                    </a:cubicBezTo>
                    <a:cubicBezTo>
                      <a:pt x="4" y="32"/>
                      <a:pt x="-2" y="23"/>
                      <a:pt x="1" y="13"/>
                    </a:cubicBezTo>
                    <a:cubicBezTo>
                      <a:pt x="3" y="4"/>
                      <a:pt x="13" y="-2"/>
                      <a:pt x="22" y="1"/>
                    </a:cubicBezTo>
                    <a:cubicBezTo>
                      <a:pt x="405" y="102"/>
                      <a:pt x="718" y="400"/>
                      <a:pt x="839" y="777"/>
                    </a:cubicBezTo>
                    <a:cubicBezTo>
                      <a:pt x="842" y="786"/>
                      <a:pt x="837" y="796"/>
                      <a:pt x="827" y="799"/>
                    </a:cubicBezTo>
                    <a:cubicBezTo>
                      <a:pt x="825" y="800"/>
                      <a:pt x="824" y="800"/>
                      <a:pt x="822" y="8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416320" y="4214160"/>
                <a:ext cx="277200" cy="319320"/>
              </a:xfrm>
              <a:custGeom>
                <a:avLst/>
                <a:gdLst/>
                <a:ahLst/>
                <a:cxnLst/>
                <a:rect l="l" t="t" r="r" b="b"/>
                <a:pathLst>
                  <a:path w="770" h="887" extrusionOk="0">
                    <a:moveTo>
                      <a:pt x="752" y="887"/>
                    </a:moveTo>
                    <a:cubicBezTo>
                      <a:pt x="750" y="887"/>
                      <a:pt x="748" y="887"/>
                      <a:pt x="746" y="886"/>
                    </a:cubicBezTo>
                    <a:cubicBezTo>
                      <a:pt x="367" y="747"/>
                      <a:pt x="81" y="416"/>
                      <a:pt x="0" y="21"/>
                    </a:cubicBezTo>
                    <a:cubicBezTo>
                      <a:pt x="-2" y="11"/>
                      <a:pt x="5" y="2"/>
                      <a:pt x="14" y="0"/>
                    </a:cubicBezTo>
                    <a:cubicBezTo>
                      <a:pt x="24" y="-2"/>
                      <a:pt x="33" y="4"/>
                      <a:pt x="35" y="14"/>
                    </a:cubicBezTo>
                    <a:cubicBezTo>
                      <a:pt x="113" y="397"/>
                      <a:pt x="391" y="718"/>
                      <a:pt x="759" y="853"/>
                    </a:cubicBezTo>
                    <a:cubicBezTo>
                      <a:pt x="768" y="856"/>
                      <a:pt x="772" y="866"/>
                      <a:pt x="769" y="876"/>
                    </a:cubicBezTo>
                    <a:cubicBezTo>
                      <a:pt x="766" y="883"/>
                      <a:pt x="760" y="887"/>
                      <a:pt x="752" y="8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823840" y="3666600"/>
                <a:ext cx="476640" cy="47628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3" extrusionOk="0">
                    <a:moveTo>
                      <a:pt x="1306" y="1323"/>
                    </a:moveTo>
                    <a:cubicBezTo>
                      <a:pt x="1296" y="1323"/>
                      <a:pt x="1289" y="1315"/>
                      <a:pt x="1289" y="1305"/>
                    </a:cubicBezTo>
                    <a:cubicBezTo>
                      <a:pt x="1289" y="762"/>
                      <a:pt x="943" y="278"/>
                      <a:pt x="428" y="103"/>
                    </a:cubicBezTo>
                    <a:cubicBezTo>
                      <a:pt x="296" y="58"/>
                      <a:pt x="158" y="35"/>
                      <a:pt x="17" y="35"/>
                    </a:cubicBezTo>
                    <a:cubicBezTo>
                      <a:pt x="7" y="35"/>
                      <a:pt x="0" y="27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162" y="0"/>
                      <a:pt x="304" y="23"/>
                      <a:pt x="439" y="69"/>
                    </a:cubicBezTo>
                    <a:cubicBezTo>
                      <a:pt x="968" y="250"/>
                      <a:pt x="1324" y="747"/>
                      <a:pt x="1324" y="1305"/>
                    </a:cubicBezTo>
                    <a:cubicBezTo>
                      <a:pt x="1324" y="1315"/>
                      <a:pt x="1316" y="1323"/>
                      <a:pt x="1306" y="13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59800" y="4130280"/>
                <a:ext cx="476640" cy="4766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4" extrusionOk="0">
                    <a:moveTo>
                      <a:pt x="1306" y="1324"/>
                    </a:moveTo>
                    <a:cubicBezTo>
                      <a:pt x="586" y="1324"/>
                      <a:pt x="0" y="738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ubicBezTo>
                      <a:pt x="35" y="719"/>
                      <a:pt x="605" y="1289"/>
                      <a:pt x="1306" y="1289"/>
                    </a:cubicBezTo>
                    <a:cubicBezTo>
                      <a:pt x="1316" y="1289"/>
                      <a:pt x="1324" y="1297"/>
                      <a:pt x="1324" y="1306"/>
                    </a:cubicBezTo>
                    <a:cubicBezTo>
                      <a:pt x="1324" y="1316"/>
                      <a:pt x="1316" y="1324"/>
                      <a:pt x="1306" y="13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2673720" y="3980160"/>
                <a:ext cx="312480" cy="31248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68" extrusionOk="0">
                    <a:moveTo>
                      <a:pt x="868" y="434"/>
                    </a:moveTo>
                    <a:cubicBezTo>
                      <a:pt x="868" y="674"/>
                      <a:pt x="674" y="868"/>
                      <a:pt x="434" y="868"/>
                    </a:cubicBezTo>
                    <a:cubicBezTo>
                      <a:pt x="195" y="868"/>
                      <a:pt x="0" y="674"/>
                      <a:pt x="0" y="434"/>
                    </a:cubicBezTo>
                    <a:cubicBezTo>
                      <a:pt x="0" y="195"/>
                      <a:pt x="195" y="0"/>
                      <a:pt x="434" y="0"/>
                    </a:cubicBezTo>
                    <a:cubicBezTo>
                      <a:pt x="674" y="0"/>
                      <a:pt x="868" y="195"/>
                      <a:pt x="868" y="4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2521080" y="3802320"/>
                <a:ext cx="643680" cy="57708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603" extrusionOk="0">
                    <a:moveTo>
                      <a:pt x="858" y="0"/>
                    </a:moveTo>
                    <a:cubicBezTo>
                      <a:pt x="471" y="0"/>
                      <a:pt x="140" y="236"/>
                      <a:pt x="0" y="571"/>
                    </a:cubicBezTo>
                    <a:cubicBezTo>
                      <a:pt x="112" y="534"/>
                      <a:pt x="232" y="514"/>
                      <a:pt x="357" y="514"/>
                    </a:cubicBezTo>
                    <a:cubicBezTo>
                      <a:pt x="970" y="514"/>
                      <a:pt x="1470" y="997"/>
                      <a:pt x="1497" y="1603"/>
                    </a:cubicBezTo>
                    <a:cubicBezTo>
                      <a:pt x="1676" y="1434"/>
                      <a:pt x="1788" y="1194"/>
                      <a:pt x="1788" y="928"/>
                    </a:cubicBezTo>
                    <a:cubicBezTo>
                      <a:pt x="1788" y="416"/>
                      <a:pt x="1372" y="0"/>
                      <a:pt x="858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6"/>
          <p:cNvGrpSpPr/>
          <p:nvPr/>
        </p:nvGrpSpPr>
        <p:grpSpPr>
          <a:xfrm>
            <a:off x="-323826" y="-306950"/>
            <a:ext cx="9976722" cy="5930672"/>
            <a:chOff x="-323826" y="-306950"/>
            <a:chExt cx="9976722" cy="5930672"/>
          </a:xfrm>
        </p:grpSpPr>
        <p:sp>
          <p:nvSpPr>
            <p:cNvPr id="156" name="Google Shape;156;p6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7" name="Google Shape;157;p6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58" name="Google Shape;158;p6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59" name="Google Shape;159;p6"/>
            <p:cNvGrpSpPr/>
            <p:nvPr/>
          </p:nvGrpSpPr>
          <p:grpSpPr>
            <a:xfrm>
              <a:off x="-323826" y="2826084"/>
              <a:ext cx="3468444" cy="2797638"/>
              <a:chOff x="-323826" y="2826084"/>
              <a:chExt cx="3468444" cy="2797638"/>
            </a:xfrm>
          </p:grpSpPr>
          <p:sp>
            <p:nvSpPr>
              <p:cNvPr id="160" name="Google Shape;160;p6"/>
              <p:cNvSpPr/>
              <p:nvPr/>
            </p:nvSpPr>
            <p:spPr>
              <a:xfrm rot="10610291" flipH="1">
                <a:off x="-114772" y="39356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1" name="Google Shape;161;p6"/>
              <p:cNvSpPr/>
              <p:nvPr/>
            </p:nvSpPr>
            <p:spPr>
              <a:xfrm rot="242908">
                <a:off x="-284220" y="28497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2" name="Google Shape;162;p6"/>
              <p:cNvSpPr/>
              <p:nvPr/>
            </p:nvSpPr>
            <p:spPr>
              <a:xfrm rot="204329">
                <a:off x="2155735" y="51690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3" name="Google Shape;163;p6"/>
          <p:cNvGrpSpPr/>
          <p:nvPr/>
        </p:nvGrpSpPr>
        <p:grpSpPr>
          <a:xfrm>
            <a:off x="69500" y="3756023"/>
            <a:ext cx="8667375" cy="939175"/>
            <a:chOff x="69500" y="3756023"/>
            <a:chExt cx="8667375" cy="939175"/>
          </a:xfrm>
        </p:grpSpPr>
        <p:sp>
          <p:nvSpPr>
            <p:cNvPr id="164" name="Google Shape;164;p6"/>
            <p:cNvSpPr/>
            <p:nvPr/>
          </p:nvSpPr>
          <p:spPr>
            <a:xfrm>
              <a:off x="69500" y="442039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15700" y="375602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sp>
        <p:nvSpPr>
          <p:cNvPr id="167" name="Google Shape;167;p6"/>
          <p:cNvSpPr/>
          <p:nvPr/>
        </p:nvSpPr>
        <p:spPr>
          <a:xfrm rot="-1527075">
            <a:off x="8462012" y="3557223"/>
            <a:ext cx="643680" cy="657360"/>
          </a:xfrm>
          <a:custGeom>
            <a:avLst/>
            <a:gdLst/>
            <a:ahLst/>
            <a:cxnLst/>
            <a:rect l="l" t="t" r="r" b="b"/>
            <a:pathLst>
              <a:path w="1788" h="1826" extrusionOk="0">
                <a:moveTo>
                  <a:pt x="1423" y="804"/>
                </a:moveTo>
                <a:cubicBezTo>
                  <a:pt x="1423" y="804"/>
                  <a:pt x="1882" y="601"/>
                  <a:pt x="1715" y="328"/>
                </a:cubicBezTo>
                <a:cubicBezTo>
                  <a:pt x="1547" y="55"/>
                  <a:pt x="1141" y="344"/>
                  <a:pt x="1141" y="344"/>
                </a:cubicBezTo>
                <a:cubicBezTo>
                  <a:pt x="1141" y="344"/>
                  <a:pt x="1310" y="52"/>
                  <a:pt x="1211" y="5"/>
                </a:cubicBezTo>
                <a:cubicBezTo>
                  <a:pt x="1111" y="-43"/>
                  <a:pt x="1039" y="259"/>
                  <a:pt x="1039" y="259"/>
                </a:cubicBezTo>
                <a:cubicBezTo>
                  <a:pt x="1039" y="259"/>
                  <a:pt x="779" y="-37"/>
                  <a:pt x="505" y="33"/>
                </a:cubicBezTo>
                <a:cubicBezTo>
                  <a:pt x="231" y="102"/>
                  <a:pt x="354" y="738"/>
                  <a:pt x="354" y="738"/>
                </a:cubicBezTo>
                <a:cubicBezTo>
                  <a:pt x="354" y="738"/>
                  <a:pt x="106" y="495"/>
                  <a:pt x="81" y="599"/>
                </a:cubicBezTo>
                <a:cubicBezTo>
                  <a:pt x="56" y="704"/>
                  <a:pt x="346" y="951"/>
                  <a:pt x="346" y="951"/>
                </a:cubicBezTo>
                <a:cubicBezTo>
                  <a:pt x="346" y="951"/>
                  <a:pt x="-122" y="961"/>
                  <a:pt x="31" y="1322"/>
                </a:cubicBezTo>
                <a:cubicBezTo>
                  <a:pt x="183" y="1684"/>
                  <a:pt x="696" y="1409"/>
                  <a:pt x="696" y="1409"/>
                </a:cubicBezTo>
                <a:cubicBezTo>
                  <a:pt x="696" y="1409"/>
                  <a:pt x="589" y="1652"/>
                  <a:pt x="746" y="1763"/>
                </a:cubicBezTo>
                <a:cubicBezTo>
                  <a:pt x="904" y="1874"/>
                  <a:pt x="950" y="1500"/>
                  <a:pt x="950" y="1500"/>
                </a:cubicBezTo>
                <a:cubicBezTo>
                  <a:pt x="950" y="1500"/>
                  <a:pt x="1065" y="1914"/>
                  <a:pt x="1234" y="1810"/>
                </a:cubicBezTo>
                <a:cubicBezTo>
                  <a:pt x="1403" y="1706"/>
                  <a:pt x="1240" y="1342"/>
                  <a:pt x="1240" y="1342"/>
                </a:cubicBezTo>
                <a:cubicBezTo>
                  <a:pt x="1240" y="1342"/>
                  <a:pt x="1696" y="1526"/>
                  <a:pt x="1778" y="1239"/>
                </a:cubicBezTo>
                <a:cubicBezTo>
                  <a:pt x="1860" y="951"/>
                  <a:pt x="1423" y="804"/>
                  <a:pt x="1423" y="8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-125346" y="764542"/>
            <a:ext cx="9192806" cy="2991471"/>
            <a:chOff x="-125346" y="764542"/>
            <a:chExt cx="9192806" cy="2991471"/>
          </a:xfrm>
        </p:grpSpPr>
        <p:grpSp>
          <p:nvGrpSpPr>
            <p:cNvPr id="169" name="Google Shape;169;p6"/>
            <p:cNvGrpSpPr/>
            <p:nvPr/>
          </p:nvGrpSpPr>
          <p:grpSpPr>
            <a:xfrm rot="-2700000">
              <a:off x="12323" y="902339"/>
              <a:ext cx="665161" cy="664907"/>
              <a:chOff x="2359800" y="3666600"/>
              <a:chExt cx="940680" cy="940320"/>
            </a:xfrm>
          </p:grpSpPr>
          <p:sp>
            <p:nvSpPr>
              <p:cNvPr id="170" name="Google Shape;170;p6"/>
              <p:cNvSpPr/>
              <p:nvPr/>
            </p:nvSpPr>
            <p:spPr>
              <a:xfrm>
                <a:off x="2461680" y="3768840"/>
                <a:ext cx="736560" cy="735840"/>
              </a:xfrm>
              <a:custGeom>
                <a:avLst/>
                <a:gdLst/>
                <a:ahLst/>
                <a:cxnLst/>
                <a:rect l="l" t="t" r="r" b="b"/>
                <a:pathLst>
                  <a:path w="2046" h="2044" extrusionOk="0">
                    <a:moveTo>
                      <a:pt x="2046" y="1021"/>
                    </a:moveTo>
                    <a:cubicBezTo>
                      <a:pt x="2046" y="1586"/>
                      <a:pt x="1588" y="2044"/>
                      <a:pt x="1023" y="2044"/>
                    </a:cubicBezTo>
                    <a:cubicBezTo>
                      <a:pt x="458" y="2044"/>
                      <a:pt x="0" y="1586"/>
                      <a:pt x="0" y="1021"/>
                    </a:cubicBezTo>
                    <a:cubicBezTo>
                      <a:pt x="0" y="458"/>
                      <a:pt x="458" y="0"/>
                      <a:pt x="1023" y="0"/>
                    </a:cubicBezTo>
                    <a:cubicBezTo>
                      <a:pt x="1588" y="0"/>
                      <a:pt x="2046" y="458"/>
                      <a:pt x="2046" y="10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6"/>
              <p:cNvSpPr/>
              <p:nvPr/>
            </p:nvSpPr>
            <p:spPr>
              <a:xfrm>
                <a:off x="2930400" y="3728520"/>
                <a:ext cx="302400" cy="288000"/>
              </a:xfrm>
              <a:custGeom>
                <a:avLst/>
                <a:gdLst/>
                <a:ahLst/>
                <a:cxnLst/>
                <a:rect l="l" t="t" r="r" b="b"/>
                <a:pathLst>
                  <a:path w="840" h="800" extrusionOk="0">
                    <a:moveTo>
                      <a:pt x="822" y="800"/>
                    </a:moveTo>
                    <a:cubicBezTo>
                      <a:pt x="814" y="800"/>
                      <a:pt x="807" y="795"/>
                      <a:pt x="805" y="788"/>
                    </a:cubicBezTo>
                    <a:cubicBezTo>
                      <a:pt x="688" y="422"/>
                      <a:pt x="385" y="133"/>
                      <a:pt x="13" y="35"/>
                    </a:cubicBezTo>
                    <a:cubicBezTo>
                      <a:pt x="4" y="32"/>
                      <a:pt x="-2" y="23"/>
                      <a:pt x="1" y="13"/>
                    </a:cubicBezTo>
                    <a:cubicBezTo>
                      <a:pt x="3" y="4"/>
                      <a:pt x="13" y="-2"/>
                      <a:pt x="22" y="1"/>
                    </a:cubicBezTo>
                    <a:cubicBezTo>
                      <a:pt x="405" y="102"/>
                      <a:pt x="718" y="400"/>
                      <a:pt x="839" y="777"/>
                    </a:cubicBezTo>
                    <a:cubicBezTo>
                      <a:pt x="842" y="786"/>
                      <a:pt x="837" y="796"/>
                      <a:pt x="827" y="799"/>
                    </a:cubicBezTo>
                    <a:cubicBezTo>
                      <a:pt x="825" y="800"/>
                      <a:pt x="824" y="800"/>
                      <a:pt x="822" y="80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6"/>
              <p:cNvSpPr/>
              <p:nvPr/>
            </p:nvSpPr>
            <p:spPr>
              <a:xfrm>
                <a:off x="2416320" y="4214160"/>
                <a:ext cx="277200" cy="319320"/>
              </a:xfrm>
              <a:custGeom>
                <a:avLst/>
                <a:gdLst/>
                <a:ahLst/>
                <a:cxnLst/>
                <a:rect l="l" t="t" r="r" b="b"/>
                <a:pathLst>
                  <a:path w="770" h="887" extrusionOk="0">
                    <a:moveTo>
                      <a:pt x="752" y="887"/>
                    </a:moveTo>
                    <a:cubicBezTo>
                      <a:pt x="750" y="887"/>
                      <a:pt x="748" y="887"/>
                      <a:pt x="746" y="886"/>
                    </a:cubicBezTo>
                    <a:cubicBezTo>
                      <a:pt x="367" y="747"/>
                      <a:pt x="81" y="416"/>
                      <a:pt x="0" y="21"/>
                    </a:cubicBezTo>
                    <a:cubicBezTo>
                      <a:pt x="-2" y="11"/>
                      <a:pt x="5" y="2"/>
                      <a:pt x="14" y="0"/>
                    </a:cubicBezTo>
                    <a:cubicBezTo>
                      <a:pt x="24" y="-2"/>
                      <a:pt x="33" y="4"/>
                      <a:pt x="35" y="14"/>
                    </a:cubicBezTo>
                    <a:cubicBezTo>
                      <a:pt x="113" y="397"/>
                      <a:pt x="391" y="718"/>
                      <a:pt x="759" y="853"/>
                    </a:cubicBezTo>
                    <a:cubicBezTo>
                      <a:pt x="768" y="856"/>
                      <a:pt x="772" y="866"/>
                      <a:pt x="769" y="876"/>
                    </a:cubicBezTo>
                    <a:cubicBezTo>
                      <a:pt x="766" y="883"/>
                      <a:pt x="760" y="887"/>
                      <a:pt x="752" y="8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2823840" y="3666600"/>
                <a:ext cx="476640" cy="47628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3" extrusionOk="0">
                    <a:moveTo>
                      <a:pt x="1306" y="1323"/>
                    </a:moveTo>
                    <a:cubicBezTo>
                      <a:pt x="1296" y="1323"/>
                      <a:pt x="1289" y="1315"/>
                      <a:pt x="1289" y="1305"/>
                    </a:cubicBezTo>
                    <a:cubicBezTo>
                      <a:pt x="1289" y="762"/>
                      <a:pt x="943" y="278"/>
                      <a:pt x="428" y="103"/>
                    </a:cubicBezTo>
                    <a:cubicBezTo>
                      <a:pt x="296" y="58"/>
                      <a:pt x="158" y="35"/>
                      <a:pt x="17" y="35"/>
                    </a:cubicBezTo>
                    <a:cubicBezTo>
                      <a:pt x="7" y="35"/>
                      <a:pt x="0" y="27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162" y="0"/>
                      <a:pt x="304" y="23"/>
                      <a:pt x="439" y="69"/>
                    </a:cubicBezTo>
                    <a:cubicBezTo>
                      <a:pt x="968" y="250"/>
                      <a:pt x="1324" y="747"/>
                      <a:pt x="1324" y="1305"/>
                    </a:cubicBezTo>
                    <a:cubicBezTo>
                      <a:pt x="1324" y="1315"/>
                      <a:pt x="1316" y="1323"/>
                      <a:pt x="1306" y="13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359800" y="4130280"/>
                <a:ext cx="476640" cy="4766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4" extrusionOk="0">
                    <a:moveTo>
                      <a:pt x="1306" y="1324"/>
                    </a:moveTo>
                    <a:cubicBezTo>
                      <a:pt x="586" y="1324"/>
                      <a:pt x="0" y="738"/>
                      <a:pt x="0" y="17"/>
                    </a:cubicBezTo>
                    <a:cubicBezTo>
                      <a:pt x="0" y="8"/>
                      <a:pt x="7" y="0"/>
                      <a:pt x="17" y="0"/>
                    </a:cubicBezTo>
                    <a:cubicBezTo>
                      <a:pt x="27" y="0"/>
                      <a:pt x="35" y="8"/>
                      <a:pt x="35" y="17"/>
                    </a:cubicBezTo>
                    <a:cubicBezTo>
                      <a:pt x="35" y="719"/>
                      <a:pt x="605" y="1289"/>
                      <a:pt x="1306" y="1289"/>
                    </a:cubicBezTo>
                    <a:cubicBezTo>
                      <a:pt x="1316" y="1289"/>
                      <a:pt x="1324" y="1297"/>
                      <a:pt x="1324" y="1306"/>
                    </a:cubicBezTo>
                    <a:cubicBezTo>
                      <a:pt x="1324" y="1316"/>
                      <a:pt x="1316" y="1324"/>
                      <a:pt x="1306" y="13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673720" y="3980160"/>
                <a:ext cx="312480" cy="31248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68" extrusionOk="0">
                    <a:moveTo>
                      <a:pt x="868" y="434"/>
                    </a:moveTo>
                    <a:cubicBezTo>
                      <a:pt x="868" y="674"/>
                      <a:pt x="674" y="868"/>
                      <a:pt x="434" y="868"/>
                    </a:cubicBezTo>
                    <a:cubicBezTo>
                      <a:pt x="195" y="868"/>
                      <a:pt x="0" y="674"/>
                      <a:pt x="0" y="434"/>
                    </a:cubicBezTo>
                    <a:cubicBezTo>
                      <a:pt x="0" y="195"/>
                      <a:pt x="195" y="0"/>
                      <a:pt x="434" y="0"/>
                    </a:cubicBezTo>
                    <a:cubicBezTo>
                      <a:pt x="674" y="0"/>
                      <a:pt x="868" y="195"/>
                      <a:pt x="868" y="4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2521080" y="3802320"/>
                <a:ext cx="643680" cy="577080"/>
              </a:xfrm>
              <a:custGeom>
                <a:avLst/>
                <a:gdLst/>
                <a:ahLst/>
                <a:cxnLst/>
                <a:rect l="l" t="t" r="r" b="b"/>
                <a:pathLst>
                  <a:path w="1788" h="1603" extrusionOk="0">
                    <a:moveTo>
                      <a:pt x="858" y="0"/>
                    </a:moveTo>
                    <a:cubicBezTo>
                      <a:pt x="471" y="0"/>
                      <a:pt x="140" y="236"/>
                      <a:pt x="0" y="571"/>
                    </a:cubicBezTo>
                    <a:cubicBezTo>
                      <a:pt x="112" y="534"/>
                      <a:pt x="232" y="514"/>
                      <a:pt x="357" y="514"/>
                    </a:cubicBezTo>
                    <a:cubicBezTo>
                      <a:pt x="970" y="514"/>
                      <a:pt x="1470" y="997"/>
                      <a:pt x="1497" y="1603"/>
                    </a:cubicBezTo>
                    <a:cubicBezTo>
                      <a:pt x="1676" y="1434"/>
                      <a:pt x="1788" y="1194"/>
                      <a:pt x="1788" y="928"/>
                    </a:cubicBezTo>
                    <a:cubicBezTo>
                      <a:pt x="1788" y="416"/>
                      <a:pt x="1372" y="0"/>
                      <a:pt x="858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" name="Google Shape;177;p6"/>
            <p:cNvGrpSpPr/>
            <p:nvPr/>
          </p:nvGrpSpPr>
          <p:grpSpPr>
            <a:xfrm flipH="1">
              <a:off x="8575738" y="3242506"/>
              <a:ext cx="491722" cy="513507"/>
              <a:chOff x="8424012" y="933664"/>
              <a:chExt cx="680396" cy="710540"/>
            </a:xfrm>
          </p:grpSpPr>
          <p:sp>
            <p:nvSpPr>
              <p:cNvPr id="178" name="Google Shape;178;p6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"/>
          <p:cNvSpPr txBox="1">
            <a:spLocks noGrp="1"/>
          </p:cNvSpPr>
          <p:nvPr>
            <p:ph type="subTitle" idx="1"/>
          </p:nvPr>
        </p:nvSpPr>
        <p:spPr>
          <a:xfrm>
            <a:off x="1825325" y="1707625"/>
            <a:ext cx="5493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6" name="Google Shape;186;p7"/>
          <p:cNvGrpSpPr/>
          <p:nvPr/>
        </p:nvGrpSpPr>
        <p:grpSpPr>
          <a:xfrm>
            <a:off x="0" y="-214200"/>
            <a:ext cx="9513750" cy="5547898"/>
            <a:chOff x="0" y="-214200"/>
            <a:chExt cx="9513750" cy="5547898"/>
          </a:xfrm>
        </p:grpSpPr>
        <p:sp>
          <p:nvSpPr>
            <p:cNvPr id="187" name="Google Shape;187;p7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88" name="Google Shape;188;p7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89" name="Google Shape;189;p7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90" name="Google Shape;190;p7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191" name="Google Shape;191;p7"/>
          <p:cNvGrpSpPr/>
          <p:nvPr/>
        </p:nvGrpSpPr>
        <p:grpSpPr>
          <a:xfrm>
            <a:off x="-270240" y="2047687"/>
            <a:ext cx="9427826" cy="4019192"/>
            <a:chOff x="-270240" y="2047687"/>
            <a:chExt cx="9427826" cy="4019192"/>
          </a:xfrm>
        </p:grpSpPr>
        <p:grpSp>
          <p:nvGrpSpPr>
            <p:cNvPr id="192" name="Google Shape;192;p7"/>
            <p:cNvGrpSpPr/>
            <p:nvPr/>
          </p:nvGrpSpPr>
          <p:grpSpPr>
            <a:xfrm rot="1324617" flipH="1">
              <a:off x="8363250" y="2139152"/>
              <a:ext cx="655636" cy="865954"/>
              <a:chOff x="6511672" y="2927872"/>
              <a:chExt cx="1426878" cy="1884599"/>
            </a:xfrm>
          </p:grpSpPr>
          <p:sp>
            <p:nvSpPr>
              <p:cNvPr id="193" name="Google Shape;193;p7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7"/>
            <p:cNvGrpSpPr/>
            <p:nvPr/>
          </p:nvGrpSpPr>
          <p:grpSpPr>
            <a:xfrm rot="623400">
              <a:off x="-108278" y="3939742"/>
              <a:ext cx="1917152" cy="1970415"/>
              <a:chOff x="-263584" y="3409108"/>
              <a:chExt cx="2325174" cy="2389773"/>
            </a:xfrm>
          </p:grpSpPr>
          <p:sp>
            <p:nvSpPr>
              <p:cNvPr id="201" name="Google Shape;201;p7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 rot="-7907642" flipH="1">
                <a:off x="295092" y="3435557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 rot="-1542034">
                <a:off x="1185923" y="3524975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 rot="-1542034">
                <a:off x="1495987" y="3989264"/>
                <a:ext cx="211441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 rot="-7907642" flipH="1">
                <a:off x="687461" y="3611399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 rot="-7907642" flipH="1">
                <a:off x="637320" y="3763083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" name="Google Shape;210;p7"/>
          <p:cNvGrpSpPr/>
          <p:nvPr/>
        </p:nvGrpSpPr>
        <p:grpSpPr>
          <a:xfrm>
            <a:off x="479350" y="731725"/>
            <a:ext cx="8257525" cy="4340575"/>
            <a:chOff x="479350" y="731725"/>
            <a:chExt cx="8257525" cy="4340575"/>
          </a:xfrm>
        </p:grpSpPr>
        <p:sp>
          <p:nvSpPr>
            <p:cNvPr id="211" name="Google Shape;211;p7"/>
            <p:cNvSpPr/>
            <p:nvPr/>
          </p:nvSpPr>
          <p:spPr>
            <a:xfrm>
              <a:off x="479350" y="73172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242225" y="4695199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 txBox="1">
            <a:spLocks noGrp="1"/>
          </p:cNvSpPr>
          <p:nvPr>
            <p:ph type="title"/>
          </p:nvPr>
        </p:nvSpPr>
        <p:spPr>
          <a:xfrm>
            <a:off x="2188375" y="1307100"/>
            <a:ext cx="476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16" name="Google Shape;216;p8"/>
          <p:cNvGrpSpPr/>
          <p:nvPr/>
        </p:nvGrpSpPr>
        <p:grpSpPr>
          <a:xfrm>
            <a:off x="-296319" y="-270205"/>
            <a:ext cx="9682965" cy="4178820"/>
            <a:chOff x="-296319" y="-270205"/>
            <a:chExt cx="9682965" cy="4178820"/>
          </a:xfrm>
        </p:grpSpPr>
        <p:sp>
          <p:nvSpPr>
            <p:cNvPr id="217" name="Google Shape;217;p8"/>
            <p:cNvSpPr/>
            <p:nvPr/>
          </p:nvSpPr>
          <p:spPr>
            <a:xfrm flipH="1">
              <a:off x="2115943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 flipH="1">
              <a:off x="-296319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 flipH="1">
              <a:off x="8208006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8"/>
          <p:cNvGrpSpPr/>
          <p:nvPr/>
        </p:nvGrpSpPr>
        <p:grpSpPr>
          <a:xfrm>
            <a:off x="201218" y="115985"/>
            <a:ext cx="8496713" cy="4773180"/>
            <a:chOff x="201218" y="115985"/>
            <a:chExt cx="8496713" cy="4773180"/>
          </a:xfrm>
        </p:grpSpPr>
        <p:sp>
          <p:nvSpPr>
            <p:cNvPr id="221" name="Google Shape;221;p8"/>
            <p:cNvSpPr/>
            <p:nvPr/>
          </p:nvSpPr>
          <p:spPr>
            <a:xfrm flipH="1">
              <a:off x="4395091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flipH="1">
              <a:off x="8514331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 flipH="1">
              <a:off x="201218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 flipH="1">
              <a:off x="1252081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 flipH="1">
              <a:off x="6821534" y="363174"/>
              <a:ext cx="137700" cy="1377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-379169" y="-588573"/>
            <a:ext cx="9513750" cy="5956677"/>
            <a:chOff x="-379169" y="-588573"/>
            <a:chExt cx="9513750" cy="5956677"/>
          </a:xfrm>
        </p:grpSpPr>
        <p:sp>
          <p:nvSpPr>
            <p:cNvPr id="227" name="Google Shape;227;p8"/>
            <p:cNvSpPr/>
            <p:nvPr/>
          </p:nvSpPr>
          <p:spPr>
            <a:xfrm rot="-189632" flipH="1">
              <a:off x="6855305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8" name="Google Shape;228;p8"/>
            <p:cNvSpPr/>
            <p:nvPr/>
          </p:nvSpPr>
          <p:spPr>
            <a:xfrm flipH="1">
              <a:off x="841163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9" name="Google Shape;229;p8"/>
            <p:cNvSpPr/>
            <p:nvPr/>
          </p:nvSpPr>
          <p:spPr>
            <a:xfrm flipH="1">
              <a:off x="8201549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0" name="Google Shape;230;p8"/>
            <p:cNvSpPr/>
            <p:nvPr/>
          </p:nvSpPr>
          <p:spPr>
            <a:xfrm rot="928815" flipH="1">
              <a:off x="-183556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1" name="Google Shape;231;p8"/>
            <p:cNvSpPr/>
            <p:nvPr/>
          </p:nvSpPr>
          <p:spPr>
            <a:xfrm rot="-178491" flipH="1">
              <a:off x="2765417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2" name="Google Shape;232;p8"/>
            <p:cNvSpPr/>
            <p:nvPr/>
          </p:nvSpPr>
          <p:spPr>
            <a:xfrm flipH="1">
              <a:off x="-379169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3" name="Google Shape;233;p8"/>
            <p:cNvSpPr/>
            <p:nvPr/>
          </p:nvSpPr>
          <p:spPr>
            <a:xfrm flipH="1">
              <a:off x="7072977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4" name="Google Shape;234;p8"/>
            <p:cNvSpPr/>
            <p:nvPr/>
          </p:nvSpPr>
          <p:spPr>
            <a:xfrm rot="-9581161">
              <a:off x="3082280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8"/>
          <p:cNvGrpSpPr/>
          <p:nvPr/>
        </p:nvGrpSpPr>
        <p:grpSpPr>
          <a:xfrm>
            <a:off x="-147217" y="-134138"/>
            <a:ext cx="9201622" cy="5193758"/>
            <a:chOff x="-147217" y="-134138"/>
            <a:chExt cx="9201622" cy="5193758"/>
          </a:xfrm>
        </p:grpSpPr>
        <p:grpSp>
          <p:nvGrpSpPr>
            <p:cNvPr id="236" name="Google Shape;236;p8"/>
            <p:cNvGrpSpPr/>
            <p:nvPr/>
          </p:nvGrpSpPr>
          <p:grpSpPr>
            <a:xfrm>
              <a:off x="-147217" y="2622855"/>
              <a:ext cx="1351211" cy="2436766"/>
              <a:chOff x="-149867" y="2622855"/>
              <a:chExt cx="1351211" cy="2436766"/>
            </a:xfrm>
          </p:grpSpPr>
          <p:sp>
            <p:nvSpPr>
              <p:cNvPr id="237" name="Google Shape;237;p8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8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37312C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8"/>
            <p:cNvGrpSpPr/>
            <p:nvPr/>
          </p:nvGrpSpPr>
          <p:grpSpPr>
            <a:xfrm rot="1149972" flipH="1">
              <a:off x="8367979" y="2568221"/>
              <a:ext cx="600173" cy="626763"/>
              <a:chOff x="8424012" y="933664"/>
              <a:chExt cx="680396" cy="710540"/>
            </a:xfrm>
          </p:grpSpPr>
          <p:sp>
            <p:nvSpPr>
              <p:cNvPr id="253" name="Google Shape;253;p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 rot="1657685">
              <a:off x="5890631" y="-13218"/>
              <a:ext cx="691413" cy="690994"/>
              <a:chOff x="2534400" y="927720"/>
              <a:chExt cx="1190160" cy="1189440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2662560" y="1055520"/>
                <a:ext cx="933840" cy="933840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2594" extrusionOk="0">
                    <a:moveTo>
                      <a:pt x="2594" y="1296"/>
                    </a:moveTo>
                    <a:cubicBezTo>
                      <a:pt x="2594" y="2013"/>
                      <a:pt x="2013" y="2594"/>
                      <a:pt x="1297" y="2594"/>
                    </a:cubicBezTo>
                    <a:cubicBezTo>
                      <a:pt x="581" y="2594"/>
                      <a:pt x="0" y="2013"/>
                      <a:pt x="0" y="1296"/>
                    </a:cubicBezTo>
                    <a:cubicBezTo>
                      <a:pt x="0" y="581"/>
                      <a:pt x="581" y="0"/>
                      <a:pt x="1297" y="0"/>
                    </a:cubicBezTo>
                    <a:cubicBezTo>
                      <a:pt x="2013" y="0"/>
                      <a:pt x="2594" y="581"/>
                      <a:pt x="2594" y="12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3258360" y="1006200"/>
                <a:ext cx="380160" cy="362520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007" extrusionOk="0">
                    <a:moveTo>
                      <a:pt x="1038" y="1007"/>
                    </a:moveTo>
                    <a:cubicBezTo>
                      <a:pt x="1031" y="1007"/>
                      <a:pt x="1024" y="1002"/>
                      <a:pt x="1021" y="994"/>
                    </a:cubicBezTo>
                    <a:cubicBezTo>
                      <a:pt x="873" y="528"/>
                      <a:pt x="487" y="161"/>
                      <a:pt x="14" y="35"/>
                    </a:cubicBezTo>
                    <a:cubicBezTo>
                      <a:pt x="4" y="33"/>
                      <a:pt x="-1" y="23"/>
                      <a:pt x="1" y="14"/>
                    </a:cubicBezTo>
                    <a:cubicBezTo>
                      <a:pt x="4" y="4"/>
                      <a:pt x="13" y="-1"/>
                      <a:pt x="23" y="1"/>
                    </a:cubicBezTo>
                    <a:cubicBezTo>
                      <a:pt x="507" y="130"/>
                      <a:pt x="903" y="506"/>
                      <a:pt x="1055" y="984"/>
                    </a:cubicBezTo>
                    <a:cubicBezTo>
                      <a:pt x="1058" y="993"/>
                      <a:pt x="1053" y="1003"/>
                      <a:pt x="1043" y="1006"/>
                    </a:cubicBezTo>
                    <a:cubicBezTo>
                      <a:pt x="1042" y="1006"/>
                      <a:pt x="1040" y="1007"/>
                      <a:pt x="1038" y="10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2606760" y="1622160"/>
                <a:ext cx="347760" cy="40176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1116" extrusionOk="0">
                    <a:moveTo>
                      <a:pt x="949" y="1116"/>
                    </a:moveTo>
                    <a:cubicBezTo>
                      <a:pt x="947" y="1116"/>
                      <a:pt x="945" y="1116"/>
                      <a:pt x="943" y="1115"/>
                    </a:cubicBezTo>
                    <a:cubicBezTo>
                      <a:pt x="463" y="940"/>
                      <a:pt x="102" y="521"/>
                      <a:pt x="0" y="21"/>
                    </a:cubicBezTo>
                    <a:cubicBezTo>
                      <a:pt x="-2" y="12"/>
                      <a:pt x="4" y="2"/>
                      <a:pt x="13" y="0"/>
                    </a:cubicBezTo>
                    <a:cubicBezTo>
                      <a:pt x="23" y="-2"/>
                      <a:pt x="32" y="5"/>
                      <a:pt x="34" y="14"/>
                    </a:cubicBezTo>
                    <a:cubicBezTo>
                      <a:pt x="134" y="502"/>
                      <a:pt x="487" y="911"/>
                      <a:pt x="955" y="1082"/>
                    </a:cubicBezTo>
                    <a:cubicBezTo>
                      <a:pt x="964" y="1085"/>
                      <a:pt x="969" y="1096"/>
                      <a:pt x="965" y="1105"/>
                    </a:cubicBezTo>
                    <a:cubicBezTo>
                      <a:pt x="963" y="1112"/>
                      <a:pt x="956" y="1116"/>
                      <a:pt x="949" y="111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3123000" y="927720"/>
                <a:ext cx="601560" cy="600840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69" extrusionOk="0">
                    <a:moveTo>
                      <a:pt x="1653" y="1669"/>
                    </a:moveTo>
                    <a:cubicBezTo>
                      <a:pt x="1643" y="1669"/>
                      <a:pt x="1635" y="1661"/>
                      <a:pt x="1635" y="1651"/>
                    </a:cubicBezTo>
                    <a:cubicBezTo>
                      <a:pt x="1635" y="960"/>
                      <a:pt x="1195" y="344"/>
                      <a:pt x="540" y="121"/>
                    </a:cubicBezTo>
                    <a:cubicBezTo>
                      <a:pt x="372" y="64"/>
                      <a:pt x="197" y="35"/>
                      <a:pt x="18" y="35"/>
                    </a:cubicBezTo>
                    <a:cubicBezTo>
                      <a:pt x="8" y="35"/>
                      <a:pt x="0" y="2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01" y="0"/>
                      <a:pt x="380" y="29"/>
                      <a:pt x="551" y="88"/>
                    </a:cubicBezTo>
                    <a:cubicBezTo>
                      <a:pt x="1221" y="316"/>
                      <a:pt x="1671" y="945"/>
                      <a:pt x="1671" y="1651"/>
                    </a:cubicBezTo>
                    <a:cubicBezTo>
                      <a:pt x="1671" y="1661"/>
                      <a:pt x="1663" y="1669"/>
                      <a:pt x="1653" y="166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2534400" y="1515960"/>
                <a:ext cx="601560" cy="601200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70" extrusionOk="0">
                    <a:moveTo>
                      <a:pt x="1653" y="1670"/>
                    </a:moveTo>
                    <a:cubicBezTo>
                      <a:pt x="742" y="1670"/>
                      <a:pt x="0" y="929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909"/>
                      <a:pt x="761" y="1635"/>
                      <a:pt x="1653" y="1635"/>
                    </a:cubicBezTo>
                    <a:cubicBezTo>
                      <a:pt x="1663" y="1635"/>
                      <a:pt x="1671" y="1643"/>
                      <a:pt x="1671" y="1652"/>
                    </a:cubicBezTo>
                    <a:cubicBezTo>
                      <a:pt x="1671" y="1662"/>
                      <a:pt x="1663" y="1670"/>
                      <a:pt x="1653" y="167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2931480" y="1324440"/>
                <a:ext cx="39600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1100" extrusionOk="0">
                    <a:moveTo>
                      <a:pt x="1100" y="549"/>
                    </a:moveTo>
                    <a:cubicBezTo>
                      <a:pt x="1100" y="853"/>
                      <a:pt x="854" y="1100"/>
                      <a:pt x="550" y="1100"/>
                    </a:cubicBezTo>
                    <a:cubicBezTo>
                      <a:pt x="246" y="1100"/>
                      <a:pt x="0" y="853"/>
                      <a:pt x="0" y="549"/>
                    </a:cubicBezTo>
                    <a:cubicBezTo>
                      <a:pt x="0" y="246"/>
                      <a:pt x="246" y="0"/>
                      <a:pt x="550" y="0"/>
                    </a:cubicBezTo>
                    <a:cubicBezTo>
                      <a:pt x="854" y="0"/>
                      <a:pt x="1100" y="246"/>
                      <a:pt x="1100" y="5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2737440" y="1098000"/>
                <a:ext cx="816480" cy="732600"/>
              </a:xfrm>
              <a:custGeom>
                <a:avLst/>
                <a:gdLst/>
                <a:ahLst/>
                <a:cxnLst/>
                <a:rect l="l" t="t" r="r" b="b"/>
                <a:pathLst>
                  <a:path w="2268" h="2035" extrusionOk="0">
                    <a:moveTo>
                      <a:pt x="1089" y="0"/>
                    </a:moveTo>
                    <a:cubicBezTo>
                      <a:pt x="598" y="0"/>
                      <a:pt x="178" y="300"/>
                      <a:pt x="0" y="726"/>
                    </a:cubicBezTo>
                    <a:cubicBezTo>
                      <a:pt x="143" y="680"/>
                      <a:pt x="295" y="654"/>
                      <a:pt x="453" y="654"/>
                    </a:cubicBezTo>
                    <a:cubicBezTo>
                      <a:pt x="1230" y="654"/>
                      <a:pt x="1865" y="1266"/>
                      <a:pt x="1900" y="2035"/>
                    </a:cubicBezTo>
                    <a:cubicBezTo>
                      <a:pt x="2126" y="1820"/>
                      <a:pt x="2268" y="1516"/>
                      <a:pt x="2268" y="1178"/>
                    </a:cubicBezTo>
                    <a:cubicBezTo>
                      <a:pt x="2268" y="528"/>
                      <a:pt x="1740" y="0"/>
                      <a:pt x="1089" y="0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>
            <a:spLocks noGrp="1"/>
          </p:cNvSpPr>
          <p:nvPr>
            <p:ph type="title"/>
          </p:nvPr>
        </p:nvSpPr>
        <p:spPr>
          <a:xfrm>
            <a:off x="2032750" y="1709975"/>
            <a:ext cx="5078700" cy="10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9"/>
          <p:cNvSpPr txBox="1">
            <a:spLocks noGrp="1"/>
          </p:cNvSpPr>
          <p:nvPr>
            <p:ph type="subTitle" idx="1"/>
          </p:nvPr>
        </p:nvSpPr>
        <p:spPr>
          <a:xfrm>
            <a:off x="2032750" y="2731525"/>
            <a:ext cx="5078700" cy="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9" name="Google Shape;269;p9"/>
          <p:cNvGrpSpPr/>
          <p:nvPr/>
        </p:nvGrpSpPr>
        <p:grpSpPr>
          <a:xfrm>
            <a:off x="-521757" y="-390751"/>
            <a:ext cx="9622331" cy="5542275"/>
            <a:chOff x="-521757" y="-390751"/>
            <a:chExt cx="9622331" cy="5542275"/>
          </a:xfrm>
        </p:grpSpPr>
        <p:grpSp>
          <p:nvGrpSpPr>
            <p:cNvPr id="270" name="Google Shape;270;p9"/>
            <p:cNvGrpSpPr/>
            <p:nvPr/>
          </p:nvGrpSpPr>
          <p:grpSpPr>
            <a:xfrm rot="-6225900" flipH="1">
              <a:off x="-1943425" y="1633648"/>
              <a:ext cx="4868956" cy="892740"/>
              <a:chOff x="0" y="3144715"/>
              <a:chExt cx="4010106" cy="735267"/>
            </a:xfrm>
          </p:grpSpPr>
          <p:sp>
            <p:nvSpPr>
              <p:cNvPr id="271" name="Google Shape;271;p9"/>
              <p:cNvSpPr/>
              <p:nvPr/>
            </p:nvSpPr>
            <p:spPr>
              <a:xfrm>
                <a:off x="3110143" y="3191823"/>
                <a:ext cx="751614" cy="56230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199" extrusionOk="0">
                    <a:moveTo>
                      <a:pt x="0" y="1071"/>
                    </a:moveTo>
                    <a:cubicBezTo>
                      <a:pt x="0" y="1071"/>
                      <a:pt x="203" y="1205"/>
                      <a:pt x="263" y="1669"/>
                    </a:cubicBezTo>
                    <a:cubicBezTo>
                      <a:pt x="322" y="2132"/>
                      <a:pt x="492" y="1649"/>
                      <a:pt x="612" y="1735"/>
                    </a:cubicBezTo>
                    <a:cubicBezTo>
                      <a:pt x="733" y="1821"/>
                      <a:pt x="806" y="2258"/>
                      <a:pt x="793" y="2682"/>
                    </a:cubicBezTo>
                    <a:cubicBezTo>
                      <a:pt x="779" y="3106"/>
                      <a:pt x="1004" y="2536"/>
                      <a:pt x="1097" y="2483"/>
                    </a:cubicBezTo>
                    <a:cubicBezTo>
                      <a:pt x="1190" y="2430"/>
                      <a:pt x="1534" y="3165"/>
                      <a:pt x="1852" y="3198"/>
                    </a:cubicBezTo>
                    <a:cubicBezTo>
                      <a:pt x="2170" y="3231"/>
                      <a:pt x="1872" y="2688"/>
                      <a:pt x="1978" y="2569"/>
                    </a:cubicBezTo>
                    <a:cubicBezTo>
                      <a:pt x="2084" y="2450"/>
                      <a:pt x="2633" y="3000"/>
                      <a:pt x="3017" y="2636"/>
                    </a:cubicBezTo>
                    <a:cubicBezTo>
                      <a:pt x="3402" y="2271"/>
                      <a:pt x="3123" y="1344"/>
                      <a:pt x="3613" y="1414"/>
                    </a:cubicBezTo>
                    <a:cubicBezTo>
                      <a:pt x="4103" y="1483"/>
                      <a:pt x="4501" y="1503"/>
                      <a:pt x="4130" y="1152"/>
                    </a:cubicBezTo>
                    <a:cubicBezTo>
                      <a:pt x="3759" y="801"/>
                      <a:pt x="2984" y="543"/>
                      <a:pt x="2561" y="503"/>
                    </a:cubicBezTo>
                    <a:cubicBezTo>
                      <a:pt x="2137" y="464"/>
                      <a:pt x="2673" y="174"/>
                      <a:pt x="2455" y="47"/>
                    </a:cubicBezTo>
                    <a:cubicBezTo>
                      <a:pt x="2236" y="-79"/>
                      <a:pt x="1746" y="439"/>
                      <a:pt x="1283" y="431"/>
                    </a:cubicBezTo>
                    <a:cubicBezTo>
                      <a:pt x="819" y="424"/>
                      <a:pt x="1091" y="-13"/>
                      <a:pt x="865" y="0"/>
                    </a:cubicBezTo>
                    <a:cubicBezTo>
                      <a:pt x="640" y="13"/>
                      <a:pt x="483" y="597"/>
                      <a:pt x="59" y="431"/>
                    </a:cubicBezTo>
                    <a:lnTo>
                      <a:pt x="0" y="10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>
                <a:off x="0" y="3180925"/>
                <a:ext cx="3080281" cy="699057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77" extrusionOk="0">
                    <a:moveTo>
                      <a:pt x="17524" y="463"/>
                    </a:move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19" y="3962"/>
                      <a:pt x="256" y="3977"/>
                      <a:pt x="648" y="3977"/>
                    </a:cubicBezTo>
                    <a:cubicBezTo>
                      <a:pt x="1066" y="3977"/>
                      <a:pt x="1660" y="3960"/>
                      <a:pt x="2353" y="3890"/>
                    </a:cubicBezTo>
                    <a:cubicBezTo>
                      <a:pt x="3595" y="3764"/>
                      <a:pt x="5395" y="3437"/>
                      <a:pt x="6916" y="2589"/>
                    </a:cubicBezTo>
                    <a:cubicBezTo>
                      <a:pt x="8633" y="1633"/>
                      <a:pt x="9496" y="2021"/>
                      <a:pt x="10331" y="2398"/>
                    </a:cubicBezTo>
                    <a:cubicBezTo>
                      <a:pt x="10823" y="2619"/>
                      <a:pt x="11332" y="2849"/>
                      <a:pt x="11952" y="2730"/>
                    </a:cubicBezTo>
                    <a:cubicBezTo>
                      <a:pt x="12457" y="2633"/>
                      <a:pt x="12865" y="2223"/>
                      <a:pt x="13297" y="1788"/>
                    </a:cubicBezTo>
                    <a:cubicBezTo>
                      <a:pt x="14184" y="896"/>
                      <a:pt x="15174" y="-99"/>
                      <a:pt x="17364" y="931"/>
                    </a:cubicBezTo>
                    <a:lnTo>
                      <a:pt x="17524" y="4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0" y="3180925"/>
                <a:ext cx="3080281" cy="696245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61" extrusionOk="0">
                    <a:moveTo>
                      <a:pt x="32" y="3539"/>
                    </a:moveTo>
                    <a:cubicBezTo>
                      <a:pt x="71" y="3541"/>
                      <a:pt x="3901" y="3774"/>
                      <a:pt x="6676" y="2228"/>
                    </a:cubicBezTo>
                    <a:cubicBezTo>
                      <a:pt x="8610" y="1151"/>
                      <a:pt x="9677" y="1632"/>
                      <a:pt x="10534" y="2018"/>
                    </a:cubicBezTo>
                    <a:cubicBezTo>
                      <a:pt x="10994" y="2225"/>
                      <a:pt x="11392" y="2405"/>
                      <a:pt x="11859" y="2315"/>
                    </a:cubicBezTo>
                    <a:cubicBezTo>
                      <a:pt x="12214" y="2247"/>
                      <a:pt x="12554" y="1906"/>
                      <a:pt x="12947" y="1511"/>
                    </a:cubicBezTo>
                    <a:cubicBezTo>
                      <a:pt x="13849" y="603"/>
                      <a:pt x="15042" y="-596"/>
                      <a:pt x="17504" y="524"/>
                    </a:cubicBezTo>
                    <a:lnTo>
                      <a:pt x="17524" y="463"/>
                    </a:ln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0" y="3961"/>
                      <a:pt x="2" y="3961"/>
                      <a:pt x="4" y="3961"/>
                    </a:cubicBezTo>
                    <a:lnTo>
                      <a:pt x="32" y="353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0" y="3248950"/>
                <a:ext cx="3080281" cy="631032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590" extrusionOk="0">
                    <a:moveTo>
                      <a:pt x="17364" y="438"/>
                    </a:moveTo>
                    <a:cubicBezTo>
                      <a:pt x="15174" y="-592"/>
                      <a:pt x="14184" y="403"/>
                      <a:pt x="13297" y="1295"/>
                    </a:cubicBezTo>
                    <a:cubicBezTo>
                      <a:pt x="12865" y="1730"/>
                      <a:pt x="12457" y="2141"/>
                      <a:pt x="11952" y="2237"/>
                    </a:cubicBezTo>
                    <a:cubicBezTo>
                      <a:pt x="11331" y="2356"/>
                      <a:pt x="10823" y="2127"/>
                      <a:pt x="10331" y="1905"/>
                    </a:cubicBezTo>
                    <a:cubicBezTo>
                      <a:pt x="9496" y="1529"/>
                      <a:pt x="8633" y="1140"/>
                      <a:pt x="6916" y="2096"/>
                    </a:cubicBezTo>
                    <a:cubicBezTo>
                      <a:pt x="5394" y="2944"/>
                      <a:pt x="3595" y="3271"/>
                      <a:pt x="2353" y="3397"/>
                    </a:cubicBezTo>
                    <a:cubicBezTo>
                      <a:pt x="1660" y="3467"/>
                      <a:pt x="1066" y="3485"/>
                      <a:pt x="648" y="3485"/>
                    </a:cubicBezTo>
                    <a:cubicBezTo>
                      <a:pt x="282" y="3485"/>
                      <a:pt x="52" y="3471"/>
                      <a:pt x="7" y="3469"/>
                    </a:cubicBezTo>
                    <a:lnTo>
                      <a:pt x="0" y="3574"/>
                    </a:lnTo>
                    <a:cubicBezTo>
                      <a:pt x="19" y="3575"/>
                      <a:pt x="256" y="3590"/>
                      <a:pt x="648" y="3590"/>
                    </a:cubicBezTo>
                    <a:cubicBezTo>
                      <a:pt x="1066" y="3590"/>
                      <a:pt x="1660" y="3573"/>
                      <a:pt x="2353" y="3503"/>
                    </a:cubicBezTo>
                    <a:cubicBezTo>
                      <a:pt x="3595" y="3377"/>
                      <a:pt x="5394" y="3050"/>
                      <a:pt x="6916" y="2202"/>
                    </a:cubicBezTo>
                    <a:cubicBezTo>
                      <a:pt x="8633" y="1246"/>
                      <a:pt x="9496" y="1635"/>
                      <a:pt x="10331" y="2011"/>
                    </a:cubicBezTo>
                    <a:cubicBezTo>
                      <a:pt x="10823" y="2232"/>
                      <a:pt x="11331" y="2462"/>
                      <a:pt x="11952" y="2343"/>
                    </a:cubicBezTo>
                    <a:cubicBezTo>
                      <a:pt x="12457" y="2246"/>
                      <a:pt x="12865" y="1836"/>
                      <a:pt x="13297" y="1401"/>
                    </a:cubicBezTo>
                    <a:cubicBezTo>
                      <a:pt x="14184" y="509"/>
                      <a:pt x="15174" y="-486"/>
                      <a:pt x="17364" y="544"/>
                    </a:cubicBezTo>
                    <a:lnTo>
                      <a:pt x="17524" y="76"/>
                    </a:lnTo>
                    <a:cubicBezTo>
                      <a:pt x="17514" y="71"/>
                      <a:pt x="17504" y="66"/>
                      <a:pt x="17493" y="62"/>
                    </a:cubicBezTo>
                    <a:lnTo>
                      <a:pt x="17364" y="4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3000636" y="3245434"/>
                <a:ext cx="119879" cy="138511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88" extrusionOk="0">
                    <a:moveTo>
                      <a:pt x="0" y="465"/>
                    </a:moveTo>
                    <a:lnTo>
                      <a:pt x="551" y="788"/>
                    </a:lnTo>
                    <a:lnTo>
                      <a:pt x="682" y="55"/>
                    </a:lnTo>
                    <a:lnTo>
                      <a:pt x="173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3000636" y="3253696"/>
                <a:ext cx="119879" cy="129722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38" extrusionOk="0">
                    <a:moveTo>
                      <a:pt x="554" y="722"/>
                    </a:moveTo>
                    <a:lnTo>
                      <a:pt x="682" y="8"/>
                    </a:lnTo>
                    <a:lnTo>
                      <a:pt x="612" y="0"/>
                    </a:lnTo>
                    <a:cubicBezTo>
                      <a:pt x="617" y="593"/>
                      <a:pt x="137" y="406"/>
                      <a:pt x="24" y="353"/>
                    </a:cubicBezTo>
                    <a:lnTo>
                      <a:pt x="0" y="418"/>
                    </a:lnTo>
                    <a:lnTo>
                      <a:pt x="546" y="738"/>
                    </a:lnTo>
                    <a:lnTo>
                      <a:pt x="554" y="72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2979543" y="3234888"/>
                <a:ext cx="59412" cy="99664"/>
              </a:xfrm>
              <a:custGeom>
                <a:avLst/>
                <a:gdLst/>
                <a:ahLst/>
                <a:cxnLst/>
                <a:rect l="l" t="t" r="r" b="b"/>
                <a:pathLst>
                  <a:path w="338" h="567" extrusionOk="0">
                    <a:moveTo>
                      <a:pt x="204" y="0"/>
                    </a:moveTo>
                    <a:lnTo>
                      <a:pt x="0" y="515"/>
                    </a:lnTo>
                    <a:lnTo>
                      <a:pt x="117" y="567"/>
                    </a:lnTo>
                    <a:lnTo>
                      <a:pt x="338" y="105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3090457" y="3250356"/>
                <a:ext cx="35331" cy="1439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9" extrusionOk="0">
                    <a:moveTo>
                      <a:pt x="149" y="0"/>
                    </a:moveTo>
                    <a:lnTo>
                      <a:pt x="0" y="772"/>
                    </a:lnTo>
                    <a:lnTo>
                      <a:pt x="102" y="819"/>
                    </a:lnTo>
                    <a:lnTo>
                      <a:pt x="201" y="0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3114538" y="3278656"/>
                <a:ext cx="425024" cy="2796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591" extrusionOk="0">
                    <a:moveTo>
                      <a:pt x="0" y="398"/>
                    </a:moveTo>
                    <a:cubicBezTo>
                      <a:pt x="0" y="398"/>
                      <a:pt x="292" y="522"/>
                      <a:pt x="456" y="796"/>
                    </a:cubicBezTo>
                    <a:cubicBezTo>
                      <a:pt x="620" y="1069"/>
                      <a:pt x="590" y="652"/>
                      <a:pt x="700" y="701"/>
                    </a:cubicBezTo>
                    <a:cubicBezTo>
                      <a:pt x="809" y="751"/>
                      <a:pt x="893" y="1506"/>
                      <a:pt x="993" y="1496"/>
                    </a:cubicBezTo>
                    <a:cubicBezTo>
                      <a:pt x="1092" y="1486"/>
                      <a:pt x="1052" y="1039"/>
                      <a:pt x="1157" y="1059"/>
                    </a:cubicBezTo>
                    <a:cubicBezTo>
                      <a:pt x="1261" y="1079"/>
                      <a:pt x="1638" y="1680"/>
                      <a:pt x="2113" y="1580"/>
                    </a:cubicBezTo>
                    <a:cubicBezTo>
                      <a:pt x="2587" y="1481"/>
                      <a:pt x="1922" y="781"/>
                      <a:pt x="2113" y="726"/>
                    </a:cubicBezTo>
                    <a:cubicBezTo>
                      <a:pt x="2304" y="671"/>
                      <a:pt x="2588" y="467"/>
                      <a:pt x="2287" y="398"/>
                    </a:cubicBezTo>
                    <a:cubicBezTo>
                      <a:pt x="1986" y="329"/>
                      <a:pt x="1320" y="521"/>
                      <a:pt x="1122" y="365"/>
                    </a:cubicBezTo>
                    <a:cubicBezTo>
                      <a:pt x="923" y="210"/>
                      <a:pt x="938" y="-33"/>
                      <a:pt x="819" y="4"/>
                    </a:cubicBezTo>
                    <a:cubicBezTo>
                      <a:pt x="700" y="41"/>
                      <a:pt x="423" y="414"/>
                      <a:pt x="37" y="60"/>
                    </a:cubicBezTo>
                    <a:lnTo>
                      <a:pt x="0" y="3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9"/>
              <p:cNvSpPr/>
              <p:nvPr/>
            </p:nvSpPr>
            <p:spPr>
              <a:xfrm>
                <a:off x="3275019" y="3558314"/>
                <a:ext cx="20917" cy="40077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28" extrusionOk="0">
                    <a:moveTo>
                      <a:pt x="119" y="114"/>
                    </a:moveTo>
                    <a:cubicBezTo>
                      <a:pt x="119" y="177"/>
                      <a:pt x="93" y="228"/>
                      <a:pt x="60" y="228"/>
                    </a:cubicBezTo>
                    <a:cubicBezTo>
                      <a:pt x="27" y="228"/>
                      <a:pt x="0" y="177"/>
                      <a:pt x="0" y="114"/>
                    </a:cubicBezTo>
                    <a:cubicBezTo>
                      <a:pt x="0" y="51"/>
                      <a:pt x="27" y="0"/>
                      <a:pt x="60" y="0"/>
                    </a:cubicBezTo>
                    <a:cubicBezTo>
                      <a:pt x="93" y="0"/>
                      <a:pt x="119" y="51"/>
                      <a:pt x="119" y="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3308768" y="3549174"/>
                <a:ext cx="93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53" y="26"/>
                    </a:moveTo>
                    <a:cubicBezTo>
                      <a:pt x="53" y="41"/>
                      <a:pt x="41" y="52"/>
                      <a:pt x="26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1" y="0"/>
                      <a:pt x="53" y="12"/>
                      <a:pt x="53" y="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3528837" y="3564818"/>
                <a:ext cx="66970" cy="58182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31" extrusionOk="0">
                    <a:moveTo>
                      <a:pt x="381" y="166"/>
                    </a:moveTo>
                    <a:cubicBezTo>
                      <a:pt x="381" y="257"/>
                      <a:pt x="295" y="331"/>
                      <a:pt x="190" y="331"/>
                    </a:cubicBezTo>
                    <a:cubicBezTo>
                      <a:pt x="85" y="331"/>
                      <a:pt x="0" y="257"/>
                      <a:pt x="0" y="166"/>
                    </a:cubicBezTo>
                    <a:cubicBezTo>
                      <a:pt x="0" y="74"/>
                      <a:pt x="85" y="0"/>
                      <a:pt x="190" y="0"/>
                    </a:cubicBezTo>
                    <a:cubicBezTo>
                      <a:pt x="295" y="0"/>
                      <a:pt x="381" y="74"/>
                      <a:pt x="381" y="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9"/>
              <p:cNvSpPr/>
              <p:nvPr/>
            </p:nvSpPr>
            <p:spPr>
              <a:xfrm>
                <a:off x="3476984" y="3581692"/>
                <a:ext cx="17753" cy="177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101" y="51"/>
                    </a:moveTo>
                    <a:cubicBezTo>
                      <a:pt x="101" y="79"/>
                      <a:pt x="78" y="101"/>
                      <a:pt x="51" y="101"/>
                    </a:cubicBezTo>
                    <a:cubicBezTo>
                      <a:pt x="23" y="101"/>
                      <a:pt x="0" y="79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78" y="0"/>
                      <a:pt x="101" y="23"/>
                      <a:pt x="101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3579460" y="3354239"/>
                <a:ext cx="813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08" extrusionOk="0">
                    <a:moveTo>
                      <a:pt x="463" y="104"/>
                    </a:moveTo>
                    <a:cubicBezTo>
                      <a:pt x="463" y="162"/>
                      <a:pt x="360" y="208"/>
                      <a:pt x="232" y="208"/>
                    </a:cubicBezTo>
                    <a:cubicBezTo>
                      <a:pt x="104" y="208"/>
                      <a:pt x="0" y="162"/>
                      <a:pt x="0" y="104"/>
                    </a:cubicBezTo>
                    <a:cubicBezTo>
                      <a:pt x="0" y="46"/>
                      <a:pt x="104" y="0"/>
                      <a:pt x="232" y="0"/>
                    </a:cubicBezTo>
                    <a:cubicBezTo>
                      <a:pt x="360" y="0"/>
                      <a:pt x="463" y="46"/>
                      <a:pt x="463" y="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3547469" y="3412421"/>
                <a:ext cx="13007" cy="1300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4" extrusionOk="0">
                    <a:moveTo>
                      <a:pt x="74" y="37"/>
                    </a:moveTo>
                    <a:cubicBezTo>
                      <a:pt x="74" y="58"/>
                      <a:pt x="58" y="74"/>
                      <a:pt x="37" y="74"/>
                    </a:cubicBezTo>
                    <a:cubicBezTo>
                      <a:pt x="16" y="74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8" y="0"/>
                      <a:pt x="74" y="17"/>
                      <a:pt x="74" y="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3327048" y="3314690"/>
                <a:ext cx="55721" cy="2548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45" extrusionOk="0">
                    <a:moveTo>
                      <a:pt x="317" y="73"/>
                    </a:moveTo>
                    <a:cubicBezTo>
                      <a:pt x="317" y="113"/>
                      <a:pt x="246" y="145"/>
                      <a:pt x="158" y="145"/>
                    </a:cubicBezTo>
                    <a:cubicBezTo>
                      <a:pt x="71" y="145"/>
                      <a:pt x="0" y="113"/>
                      <a:pt x="0" y="73"/>
                    </a:cubicBezTo>
                    <a:cubicBezTo>
                      <a:pt x="0" y="32"/>
                      <a:pt x="71" y="0"/>
                      <a:pt x="158" y="0"/>
                    </a:cubicBezTo>
                    <a:cubicBezTo>
                      <a:pt x="246" y="0"/>
                      <a:pt x="317" y="32"/>
                      <a:pt x="317" y="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7200" rIns="90000" bIns="72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3237755" y="3245434"/>
                <a:ext cx="11074" cy="17578"/>
              </a:xfrm>
              <a:custGeom>
                <a:avLst/>
                <a:gdLst/>
                <a:ahLst/>
                <a:cxnLst/>
                <a:rect l="l" t="t" r="r" b="b"/>
                <a:pathLst>
                  <a:path w="63" h="100" extrusionOk="0">
                    <a:moveTo>
                      <a:pt x="63" y="50"/>
                    </a:moveTo>
                    <a:cubicBezTo>
                      <a:pt x="63" y="78"/>
                      <a:pt x="49" y="100"/>
                      <a:pt x="32" y="100"/>
                    </a:cubicBezTo>
                    <a:cubicBezTo>
                      <a:pt x="14" y="100"/>
                      <a:pt x="0" y="78"/>
                      <a:pt x="0" y="50"/>
                    </a:cubicBezTo>
                    <a:cubicBezTo>
                      <a:pt x="0" y="23"/>
                      <a:pt x="14" y="0"/>
                      <a:pt x="32" y="0"/>
                    </a:cubicBezTo>
                    <a:cubicBezTo>
                      <a:pt x="49" y="0"/>
                      <a:pt x="63" y="23"/>
                      <a:pt x="63" y="5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>
              <a:xfrm>
                <a:off x="3172543" y="3298343"/>
                <a:ext cx="20390" cy="1054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60" extrusionOk="0">
                    <a:moveTo>
                      <a:pt x="116" y="30"/>
                    </a:moveTo>
                    <a:cubicBezTo>
                      <a:pt x="116" y="46"/>
                      <a:pt x="90" y="60"/>
                      <a:pt x="58" y="60"/>
                    </a:cubicBezTo>
                    <a:cubicBezTo>
                      <a:pt x="26" y="60"/>
                      <a:pt x="0" y="46"/>
                      <a:pt x="0" y="30"/>
                    </a:cubicBezTo>
                    <a:cubicBezTo>
                      <a:pt x="0" y="13"/>
                      <a:pt x="26" y="0"/>
                      <a:pt x="58" y="0"/>
                    </a:cubicBezTo>
                    <a:cubicBezTo>
                      <a:pt x="90" y="0"/>
                      <a:pt x="116" y="13"/>
                      <a:pt x="116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3485948" y="3781900"/>
                <a:ext cx="53611" cy="664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78" extrusionOk="0">
                    <a:moveTo>
                      <a:pt x="305" y="189"/>
                    </a:moveTo>
                    <a:cubicBezTo>
                      <a:pt x="305" y="293"/>
                      <a:pt x="237" y="378"/>
                      <a:pt x="152" y="378"/>
                    </a:cubicBezTo>
                    <a:cubicBezTo>
                      <a:pt x="68" y="378"/>
                      <a:pt x="0" y="293"/>
                      <a:pt x="0" y="189"/>
                    </a:cubicBezTo>
                    <a:cubicBezTo>
                      <a:pt x="0" y="85"/>
                      <a:pt x="68" y="0"/>
                      <a:pt x="152" y="0"/>
                    </a:cubicBezTo>
                    <a:cubicBezTo>
                      <a:pt x="237" y="0"/>
                      <a:pt x="305" y="85"/>
                      <a:pt x="305" y="1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3431107" y="3781900"/>
                <a:ext cx="24433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139" y="70"/>
                    </a:moveTo>
                    <a:cubicBezTo>
                      <a:pt x="139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9" y="31"/>
                      <a:pt x="139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3756991" y="3272152"/>
                <a:ext cx="91930" cy="4763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271" extrusionOk="0">
                    <a:moveTo>
                      <a:pt x="523" y="136"/>
                    </a:moveTo>
                    <a:cubicBezTo>
                      <a:pt x="523" y="211"/>
                      <a:pt x="406" y="271"/>
                      <a:pt x="261" y="271"/>
                    </a:cubicBezTo>
                    <a:cubicBezTo>
                      <a:pt x="117" y="271"/>
                      <a:pt x="0" y="211"/>
                      <a:pt x="0" y="136"/>
                    </a:cubicBezTo>
                    <a:cubicBezTo>
                      <a:pt x="0" y="61"/>
                      <a:pt x="117" y="0"/>
                      <a:pt x="261" y="0"/>
                    </a:cubicBezTo>
                    <a:cubicBezTo>
                      <a:pt x="406" y="0"/>
                      <a:pt x="523" y="61"/>
                      <a:pt x="523" y="1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3705665" y="3263012"/>
                <a:ext cx="26190" cy="2619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9" extrusionOk="0">
                    <a:moveTo>
                      <a:pt x="149" y="75"/>
                    </a:moveTo>
                    <a:cubicBezTo>
                      <a:pt x="149" y="116"/>
                      <a:pt x="116" y="149"/>
                      <a:pt x="75" y="149"/>
                    </a:cubicBezTo>
                    <a:cubicBezTo>
                      <a:pt x="34" y="149"/>
                      <a:pt x="0" y="116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16" y="0"/>
                      <a:pt x="149" y="34"/>
                      <a:pt x="149" y="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3553973" y="3144715"/>
                <a:ext cx="47108" cy="4710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268" y="134"/>
                    </a:moveTo>
                    <a:cubicBezTo>
                      <a:pt x="268" y="208"/>
                      <a:pt x="208" y="268"/>
                      <a:pt x="134" y="268"/>
                    </a:cubicBezTo>
                    <a:cubicBezTo>
                      <a:pt x="60" y="268"/>
                      <a:pt x="0" y="208"/>
                      <a:pt x="0" y="134"/>
                    </a:cubicBezTo>
                    <a:cubicBezTo>
                      <a:pt x="0" y="60"/>
                      <a:pt x="60" y="0"/>
                      <a:pt x="134" y="0"/>
                    </a:cubicBezTo>
                    <a:cubicBezTo>
                      <a:pt x="208" y="0"/>
                      <a:pt x="268" y="60"/>
                      <a:pt x="268" y="1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3485948" y="3168269"/>
                <a:ext cx="16347" cy="16347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46"/>
                    </a:moveTo>
                    <a:cubicBezTo>
                      <a:pt x="93" y="72"/>
                      <a:pt x="72" y="93"/>
                      <a:pt x="46" y="93"/>
                    </a:cubicBezTo>
                    <a:cubicBezTo>
                      <a:pt x="20" y="93"/>
                      <a:pt x="0" y="72"/>
                      <a:pt x="0" y="46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72" y="0"/>
                      <a:pt x="93" y="21"/>
                      <a:pt x="93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3108210" y="3473063"/>
                <a:ext cx="247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08" extrusionOk="0">
                    <a:moveTo>
                      <a:pt x="141" y="104"/>
                    </a:moveTo>
                    <a:cubicBezTo>
                      <a:pt x="141" y="161"/>
                      <a:pt x="110" y="208"/>
                      <a:pt x="70" y="208"/>
                    </a:cubicBezTo>
                    <a:cubicBezTo>
                      <a:pt x="31" y="208"/>
                      <a:pt x="0" y="161"/>
                      <a:pt x="0" y="104"/>
                    </a:cubicBezTo>
                    <a:cubicBezTo>
                      <a:pt x="0" y="46"/>
                      <a:pt x="31" y="0"/>
                      <a:pt x="70" y="0"/>
                    </a:cubicBezTo>
                    <a:cubicBezTo>
                      <a:pt x="110" y="0"/>
                      <a:pt x="141" y="46"/>
                      <a:pt x="141" y="1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>
                <a:off x="3217717" y="3686630"/>
                <a:ext cx="15820" cy="158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3746445" y="3491344"/>
                <a:ext cx="56424" cy="56424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321" y="160"/>
                    </a:moveTo>
                    <a:cubicBezTo>
                      <a:pt x="321" y="249"/>
                      <a:pt x="249" y="321"/>
                      <a:pt x="161" y="321"/>
                    </a:cubicBezTo>
                    <a:cubicBezTo>
                      <a:pt x="72" y="321"/>
                      <a:pt x="0" y="249"/>
                      <a:pt x="0" y="160"/>
                    </a:cubicBezTo>
                    <a:cubicBezTo>
                      <a:pt x="0" y="72"/>
                      <a:pt x="72" y="0"/>
                      <a:pt x="161" y="0"/>
                    </a:cubicBezTo>
                    <a:cubicBezTo>
                      <a:pt x="249" y="0"/>
                      <a:pt x="321" y="72"/>
                      <a:pt x="321" y="1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3912903" y="3598391"/>
                <a:ext cx="97204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53" extrusionOk="0">
                    <a:moveTo>
                      <a:pt x="553" y="276"/>
                    </a:moveTo>
                    <a:cubicBezTo>
                      <a:pt x="553" y="429"/>
                      <a:pt x="429" y="553"/>
                      <a:pt x="276" y="553"/>
                    </a:cubicBezTo>
                    <a:cubicBezTo>
                      <a:pt x="124" y="553"/>
                      <a:pt x="0" y="429"/>
                      <a:pt x="0" y="276"/>
                    </a:cubicBezTo>
                    <a:cubicBezTo>
                      <a:pt x="0" y="123"/>
                      <a:pt x="124" y="0"/>
                      <a:pt x="276" y="0"/>
                    </a:cubicBezTo>
                    <a:cubicBezTo>
                      <a:pt x="429" y="0"/>
                      <a:pt x="553" y="123"/>
                      <a:pt x="553" y="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3904817" y="3529311"/>
                <a:ext cx="24257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" extrusionOk="0">
                    <a:moveTo>
                      <a:pt x="138" y="70"/>
                    </a:moveTo>
                    <a:cubicBezTo>
                      <a:pt x="138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8" y="31"/>
                      <a:pt x="138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3690549" y="3717918"/>
                <a:ext cx="283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61" extrusionOk="0">
                    <a:moveTo>
                      <a:pt x="161" y="80"/>
                    </a:moveTo>
                    <a:cubicBezTo>
                      <a:pt x="161" y="125"/>
                      <a:pt x="125" y="161"/>
                      <a:pt x="80" y="161"/>
                    </a:cubicBezTo>
                    <a:cubicBezTo>
                      <a:pt x="36" y="161"/>
                      <a:pt x="0" y="125"/>
                      <a:pt x="0" y="80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125" y="0"/>
                      <a:pt x="161" y="36"/>
                      <a:pt x="161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12950" rIns="90000" bIns="12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1" name="Google Shape;301;p9"/>
            <p:cNvGrpSpPr/>
            <p:nvPr/>
          </p:nvGrpSpPr>
          <p:grpSpPr>
            <a:xfrm>
              <a:off x="7963362" y="4049662"/>
              <a:ext cx="1137212" cy="1101862"/>
              <a:chOff x="3310877" y="3200084"/>
              <a:chExt cx="1441698" cy="1396884"/>
            </a:xfrm>
          </p:grpSpPr>
          <p:sp>
            <p:nvSpPr>
              <p:cNvPr id="302" name="Google Shape;302;p9"/>
              <p:cNvSpPr/>
              <p:nvPr/>
            </p:nvSpPr>
            <p:spPr>
              <a:xfrm>
                <a:off x="3392261" y="3289202"/>
                <a:ext cx="1278939" cy="1307766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7440" extrusionOk="0">
                    <a:moveTo>
                      <a:pt x="168" y="7440"/>
                    </a:moveTo>
                    <a:cubicBezTo>
                      <a:pt x="168" y="7440"/>
                      <a:pt x="-210" y="6194"/>
                      <a:pt x="168" y="5379"/>
                    </a:cubicBezTo>
                    <a:cubicBezTo>
                      <a:pt x="168" y="5379"/>
                      <a:pt x="471" y="6139"/>
                      <a:pt x="1106" y="6059"/>
                    </a:cubicBezTo>
                    <a:cubicBezTo>
                      <a:pt x="1742" y="5980"/>
                      <a:pt x="1701" y="5367"/>
                      <a:pt x="1419" y="5141"/>
                    </a:cubicBezTo>
                    <a:cubicBezTo>
                      <a:pt x="379" y="4306"/>
                      <a:pt x="605" y="3532"/>
                      <a:pt x="605" y="3532"/>
                    </a:cubicBezTo>
                    <a:cubicBezTo>
                      <a:pt x="605" y="3532"/>
                      <a:pt x="1381" y="4247"/>
                      <a:pt x="1808" y="3989"/>
                    </a:cubicBezTo>
                    <a:cubicBezTo>
                      <a:pt x="2234" y="3730"/>
                      <a:pt x="1161" y="2398"/>
                      <a:pt x="2512" y="1594"/>
                    </a:cubicBezTo>
                    <a:cubicBezTo>
                      <a:pt x="2512" y="1594"/>
                      <a:pt x="2472" y="2737"/>
                      <a:pt x="2988" y="2995"/>
                    </a:cubicBezTo>
                    <a:cubicBezTo>
                      <a:pt x="2988" y="2995"/>
                      <a:pt x="3108" y="680"/>
                      <a:pt x="4697" y="0"/>
                    </a:cubicBezTo>
                    <a:cubicBezTo>
                      <a:pt x="4697" y="0"/>
                      <a:pt x="3922" y="1573"/>
                      <a:pt x="4935" y="2811"/>
                    </a:cubicBezTo>
                    <a:cubicBezTo>
                      <a:pt x="5948" y="4048"/>
                      <a:pt x="6505" y="4023"/>
                      <a:pt x="6366" y="5277"/>
                    </a:cubicBezTo>
                    <a:cubicBezTo>
                      <a:pt x="6366" y="5277"/>
                      <a:pt x="6842" y="5320"/>
                      <a:pt x="7220" y="4863"/>
                    </a:cubicBezTo>
                    <a:cubicBezTo>
                      <a:pt x="7220" y="4863"/>
                      <a:pt x="7538" y="6381"/>
                      <a:pt x="6664" y="7440"/>
                    </a:cubicBezTo>
                    <a:lnTo>
                      <a:pt x="168" y="74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3496143" y="4458282"/>
                <a:ext cx="197923" cy="13868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789" extrusionOk="0">
                    <a:moveTo>
                      <a:pt x="199" y="789"/>
                    </a:moveTo>
                    <a:cubicBezTo>
                      <a:pt x="199" y="789"/>
                      <a:pt x="0" y="397"/>
                      <a:pt x="0" y="0"/>
                    </a:cubicBezTo>
                    <a:cubicBezTo>
                      <a:pt x="0" y="0"/>
                      <a:pt x="543" y="730"/>
                      <a:pt x="1126" y="789"/>
                    </a:cubicBezTo>
                    <a:lnTo>
                      <a:pt x="199" y="78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3733438" y="3806333"/>
                <a:ext cx="748274" cy="790636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498" extrusionOk="0">
                    <a:moveTo>
                      <a:pt x="359" y="4498"/>
                    </a:moveTo>
                    <a:cubicBezTo>
                      <a:pt x="359" y="4498"/>
                      <a:pt x="-449" y="3973"/>
                      <a:pt x="359" y="3510"/>
                    </a:cubicBezTo>
                    <a:cubicBezTo>
                      <a:pt x="1167" y="3046"/>
                      <a:pt x="179" y="2292"/>
                      <a:pt x="179" y="2292"/>
                    </a:cubicBezTo>
                    <a:cubicBezTo>
                      <a:pt x="179" y="2292"/>
                      <a:pt x="769" y="2239"/>
                      <a:pt x="1048" y="2543"/>
                    </a:cubicBezTo>
                    <a:cubicBezTo>
                      <a:pt x="1048" y="2543"/>
                      <a:pt x="491" y="1629"/>
                      <a:pt x="677" y="1007"/>
                    </a:cubicBezTo>
                    <a:cubicBezTo>
                      <a:pt x="677" y="1007"/>
                      <a:pt x="1233" y="1669"/>
                      <a:pt x="1842" y="1775"/>
                    </a:cubicBezTo>
                    <a:cubicBezTo>
                      <a:pt x="1842" y="1775"/>
                      <a:pt x="1498" y="583"/>
                      <a:pt x="1975" y="0"/>
                    </a:cubicBezTo>
                    <a:cubicBezTo>
                      <a:pt x="1975" y="0"/>
                      <a:pt x="1736" y="888"/>
                      <a:pt x="2478" y="1417"/>
                    </a:cubicBezTo>
                    <a:cubicBezTo>
                      <a:pt x="3219" y="1947"/>
                      <a:pt x="4014" y="2257"/>
                      <a:pt x="3193" y="3378"/>
                    </a:cubicBezTo>
                    <a:cubicBezTo>
                      <a:pt x="3193" y="3378"/>
                      <a:pt x="3868" y="3536"/>
                      <a:pt x="4252" y="3285"/>
                    </a:cubicBezTo>
                    <a:cubicBezTo>
                      <a:pt x="4252" y="3285"/>
                      <a:pt x="4345" y="4002"/>
                      <a:pt x="3762" y="4498"/>
                    </a:cubicBezTo>
                    <a:lnTo>
                      <a:pt x="359" y="449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4111352" y="3781900"/>
                <a:ext cx="18105" cy="14431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21" extrusionOk="0">
                    <a:moveTo>
                      <a:pt x="103" y="0"/>
                    </a:moveTo>
                    <a:cubicBezTo>
                      <a:pt x="103" y="0"/>
                      <a:pt x="-129" y="398"/>
                      <a:pt x="103" y="821"/>
                    </a:cubicBezTo>
                    <a:cubicBezTo>
                      <a:pt x="103" y="821"/>
                      <a:pt x="10" y="278"/>
                      <a:pt x="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3815524" y="4101107"/>
                <a:ext cx="32167" cy="71716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08" extrusionOk="0">
                    <a:moveTo>
                      <a:pt x="59" y="0"/>
                    </a:moveTo>
                    <a:cubicBezTo>
                      <a:pt x="59" y="0"/>
                      <a:pt x="74" y="244"/>
                      <a:pt x="183" y="408"/>
                    </a:cubicBezTo>
                    <a:cubicBezTo>
                      <a:pt x="183" y="408"/>
                      <a:pt x="-125" y="427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>
                <a:off x="3767362" y="4262820"/>
                <a:ext cx="55018" cy="50447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87" extrusionOk="0">
                    <a:moveTo>
                      <a:pt x="0" y="9"/>
                    </a:moveTo>
                    <a:cubicBezTo>
                      <a:pt x="0" y="9"/>
                      <a:pt x="283" y="98"/>
                      <a:pt x="313" y="287"/>
                    </a:cubicBezTo>
                    <a:cubicBezTo>
                      <a:pt x="313" y="287"/>
                      <a:pt x="249" y="-60"/>
                      <a:pt x="0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>
                <a:off x="3456770" y="4423303"/>
                <a:ext cx="24257" cy="7909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0" extrusionOk="0">
                    <a:moveTo>
                      <a:pt x="85" y="0"/>
                    </a:moveTo>
                    <a:cubicBezTo>
                      <a:pt x="85" y="0"/>
                      <a:pt x="52" y="205"/>
                      <a:pt x="138" y="450"/>
                    </a:cubicBezTo>
                    <a:cubicBezTo>
                      <a:pt x="138" y="450"/>
                      <a:pt x="-133" y="331"/>
                      <a:pt x="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4423878" y="4305358"/>
                <a:ext cx="83669" cy="6292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58" extrusionOk="0">
                    <a:moveTo>
                      <a:pt x="0" y="358"/>
                    </a:moveTo>
                    <a:cubicBezTo>
                      <a:pt x="0" y="358"/>
                      <a:pt x="343" y="284"/>
                      <a:pt x="452" y="0"/>
                    </a:cubicBezTo>
                    <a:cubicBezTo>
                      <a:pt x="452" y="0"/>
                      <a:pt x="632" y="327"/>
                      <a:pt x="0" y="3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4624611" y="4425061"/>
                <a:ext cx="127964" cy="13095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745" extrusionOk="0">
                    <a:moveTo>
                      <a:pt x="0" y="745"/>
                    </a:moveTo>
                    <a:cubicBezTo>
                      <a:pt x="0" y="745"/>
                      <a:pt x="517" y="546"/>
                      <a:pt x="547" y="0"/>
                    </a:cubicBezTo>
                    <a:cubicBezTo>
                      <a:pt x="547" y="0"/>
                      <a:pt x="1210" y="604"/>
                      <a:pt x="0" y="7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4667500" y="4106381"/>
                <a:ext cx="44647" cy="103004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86" extrusionOk="0">
                    <a:moveTo>
                      <a:pt x="157" y="586"/>
                    </a:moveTo>
                    <a:cubicBezTo>
                      <a:pt x="157" y="586"/>
                      <a:pt x="168" y="60"/>
                      <a:pt x="0" y="0"/>
                    </a:cubicBezTo>
                    <a:cubicBezTo>
                      <a:pt x="0" y="0"/>
                      <a:pt x="444" y="209"/>
                      <a:pt x="157" y="5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>
                <a:off x="4010106" y="3200084"/>
                <a:ext cx="225168" cy="195813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114" extrusionOk="0">
                    <a:moveTo>
                      <a:pt x="0" y="1114"/>
                    </a:moveTo>
                    <a:cubicBezTo>
                      <a:pt x="0" y="1114"/>
                      <a:pt x="576" y="185"/>
                      <a:pt x="1281" y="115"/>
                    </a:cubicBezTo>
                    <a:cubicBezTo>
                      <a:pt x="1281" y="115"/>
                      <a:pt x="874" y="-500"/>
                      <a:pt x="0" y="11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3942081" y="3319787"/>
                <a:ext cx="47811" cy="120582"/>
              </a:xfrm>
              <a:custGeom>
                <a:avLst/>
                <a:gdLst/>
                <a:ahLst/>
                <a:cxnLst/>
                <a:rect l="l" t="t" r="r" b="b"/>
                <a:pathLst>
                  <a:path w="272" h="686" extrusionOk="0">
                    <a:moveTo>
                      <a:pt x="158" y="686"/>
                    </a:moveTo>
                    <a:cubicBezTo>
                      <a:pt x="158" y="686"/>
                      <a:pt x="188" y="130"/>
                      <a:pt x="0" y="0"/>
                    </a:cubicBezTo>
                    <a:cubicBezTo>
                      <a:pt x="0" y="0"/>
                      <a:pt x="486" y="229"/>
                      <a:pt x="158" y="6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4264978" y="3682938"/>
                <a:ext cx="75056" cy="123394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02" extrusionOk="0">
                    <a:moveTo>
                      <a:pt x="0" y="0"/>
                    </a:moveTo>
                    <a:cubicBezTo>
                      <a:pt x="0" y="0"/>
                      <a:pt x="80" y="481"/>
                      <a:pt x="427" y="702"/>
                    </a:cubicBezTo>
                    <a:cubicBezTo>
                      <a:pt x="427" y="702"/>
                      <a:pt x="0" y="726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3364137" y="3841663"/>
                <a:ext cx="85251" cy="13640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76" extrusionOk="0">
                    <a:moveTo>
                      <a:pt x="477" y="776"/>
                    </a:moveTo>
                    <a:cubicBezTo>
                      <a:pt x="477" y="776"/>
                      <a:pt x="516" y="140"/>
                      <a:pt x="0" y="140"/>
                    </a:cubicBezTo>
                    <a:cubicBezTo>
                      <a:pt x="0" y="140"/>
                      <a:pt x="556" y="-446"/>
                      <a:pt x="477" y="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3310877" y="4416272"/>
                <a:ext cx="60291" cy="134468"/>
              </a:xfrm>
              <a:custGeom>
                <a:avLst/>
                <a:gdLst/>
                <a:ahLst/>
                <a:cxnLst/>
                <a:rect l="l" t="t" r="r" b="b"/>
                <a:pathLst>
                  <a:path w="343" h="765" extrusionOk="0">
                    <a:moveTo>
                      <a:pt x="343" y="765"/>
                    </a:moveTo>
                    <a:cubicBezTo>
                      <a:pt x="343" y="765"/>
                      <a:pt x="54" y="427"/>
                      <a:pt x="54" y="0"/>
                    </a:cubicBezTo>
                    <a:cubicBezTo>
                      <a:pt x="54" y="0"/>
                      <a:pt x="-184" y="547"/>
                      <a:pt x="343" y="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7" name="Google Shape;317;p9"/>
          <p:cNvGrpSpPr/>
          <p:nvPr/>
        </p:nvGrpSpPr>
        <p:grpSpPr>
          <a:xfrm>
            <a:off x="-77383" y="-172250"/>
            <a:ext cx="9395558" cy="6699560"/>
            <a:chOff x="-77383" y="-172250"/>
            <a:chExt cx="9395558" cy="6699560"/>
          </a:xfrm>
        </p:grpSpPr>
        <p:sp>
          <p:nvSpPr>
            <p:cNvPr id="318" name="Google Shape;318;p9"/>
            <p:cNvSpPr/>
            <p:nvPr/>
          </p:nvSpPr>
          <p:spPr>
            <a:xfrm>
              <a:off x="7659000" y="-172250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19" name="Google Shape;319;p9"/>
            <p:cNvSpPr/>
            <p:nvPr/>
          </p:nvSpPr>
          <p:spPr>
            <a:xfrm rot="3737898">
              <a:off x="-520013" y="5075865"/>
              <a:ext cx="2466488" cy="490904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320" name="Google Shape;320;p9"/>
          <p:cNvGrpSpPr/>
          <p:nvPr/>
        </p:nvGrpSpPr>
        <p:grpSpPr>
          <a:xfrm>
            <a:off x="447425" y="257395"/>
            <a:ext cx="8571750" cy="4193677"/>
            <a:chOff x="447425" y="257395"/>
            <a:chExt cx="8571750" cy="4193677"/>
          </a:xfrm>
        </p:grpSpPr>
        <p:sp>
          <p:nvSpPr>
            <p:cNvPr id="321" name="Google Shape;321;p9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 flipH="1">
              <a:off x="597183" y="1557369"/>
              <a:ext cx="63000" cy="63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3" name="Google Shape;323;p9"/>
            <p:cNvSpPr/>
            <p:nvPr/>
          </p:nvSpPr>
          <p:spPr>
            <a:xfrm flipH="1">
              <a:off x="447425" y="129450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 flipH="1">
              <a:off x="8792675" y="41081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 flipH="1">
              <a:off x="8927975" y="43598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10"/>
          <p:cNvSpPr txBox="1">
            <a:spLocks noGrp="1"/>
          </p:cNvSpPr>
          <p:nvPr>
            <p:ph type="title"/>
          </p:nvPr>
        </p:nvSpPr>
        <p:spPr>
          <a:xfrm>
            <a:off x="657675" y="4014450"/>
            <a:ext cx="78288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>
            <a:spLocks noGrp="1"/>
          </p:cNvSpPr>
          <p:nvPr>
            <p:ph type="title" hasCustomPrompt="1"/>
          </p:nvPr>
        </p:nvSpPr>
        <p:spPr>
          <a:xfrm>
            <a:off x="1624425" y="1678488"/>
            <a:ext cx="5895300" cy="12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1" name="Google Shape;331;p11"/>
          <p:cNvSpPr txBox="1">
            <a:spLocks noGrp="1"/>
          </p:cNvSpPr>
          <p:nvPr>
            <p:ph type="subTitle" idx="1"/>
          </p:nvPr>
        </p:nvSpPr>
        <p:spPr>
          <a:xfrm>
            <a:off x="1624425" y="2967913"/>
            <a:ext cx="5895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32" name="Google Shape;332;p11"/>
          <p:cNvGrpSpPr/>
          <p:nvPr/>
        </p:nvGrpSpPr>
        <p:grpSpPr>
          <a:xfrm>
            <a:off x="-107426" y="-306950"/>
            <a:ext cx="9760321" cy="5702072"/>
            <a:chOff x="-107426" y="-306950"/>
            <a:chExt cx="9760321" cy="5702072"/>
          </a:xfrm>
        </p:grpSpPr>
        <p:sp>
          <p:nvSpPr>
            <p:cNvPr id="333" name="Google Shape;333;p11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34" name="Google Shape;334;p11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35" name="Google Shape;335;p11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336" name="Google Shape;336;p11"/>
            <p:cNvGrpSpPr/>
            <p:nvPr/>
          </p:nvGrpSpPr>
          <p:grpSpPr>
            <a:xfrm>
              <a:off x="-78001" y="2597484"/>
              <a:ext cx="3468444" cy="2797638"/>
              <a:chOff x="-171426" y="2597484"/>
              <a:chExt cx="3468444" cy="2797638"/>
            </a:xfrm>
          </p:grpSpPr>
          <p:sp>
            <p:nvSpPr>
              <p:cNvPr id="337" name="Google Shape;337;p11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" name="Google Shape;338;p11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9" name="Google Shape;339;p11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40" name="Google Shape;340;p11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341" name="Google Shape;341;p11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11"/>
          <p:cNvGrpSpPr/>
          <p:nvPr/>
        </p:nvGrpSpPr>
        <p:grpSpPr>
          <a:xfrm>
            <a:off x="1226075" y="106558"/>
            <a:ext cx="7510800" cy="4960863"/>
            <a:chOff x="1226075" y="106558"/>
            <a:chExt cx="7510800" cy="4960863"/>
          </a:xfrm>
        </p:grpSpPr>
        <p:sp>
          <p:nvSpPr>
            <p:cNvPr id="345" name="Google Shape;345;p11"/>
            <p:cNvSpPr/>
            <p:nvPr/>
          </p:nvSpPr>
          <p:spPr>
            <a:xfrm>
              <a:off x="1226075" y="106558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1495750" y="4746469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1725500" y="497622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645675" y="46039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subTitle" idx="1"/>
          </p:nvPr>
        </p:nvSpPr>
        <p:spPr>
          <a:xfrm>
            <a:off x="2051151" y="2193658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2"/>
          </p:nvPr>
        </p:nvSpPr>
        <p:spPr>
          <a:xfrm>
            <a:off x="5615164" y="2193658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subTitle" idx="3"/>
          </p:nvPr>
        </p:nvSpPr>
        <p:spPr>
          <a:xfrm>
            <a:off x="2051151" y="3570914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3"/>
          <p:cNvSpPr txBox="1">
            <a:spLocks noGrp="1"/>
          </p:cNvSpPr>
          <p:nvPr>
            <p:ph type="subTitle" idx="4"/>
          </p:nvPr>
        </p:nvSpPr>
        <p:spPr>
          <a:xfrm>
            <a:off x="5615164" y="3570914"/>
            <a:ext cx="255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title" idx="5" hasCustomPrompt="1"/>
          </p:nvPr>
        </p:nvSpPr>
        <p:spPr>
          <a:xfrm>
            <a:off x="1441042" y="1733558"/>
            <a:ext cx="6189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7" name="Google Shape;357;p13"/>
          <p:cNvSpPr txBox="1">
            <a:spLocks noGrp="1"/>
          </p:cNvSpPr>
          <p:nvPr>
            <p:ph type="title" idx="6" hasCustomPrompt="1"/>
          </p:nvPr>
        </p:nvSpPr>
        <p:spPr>
          <a:xfrm>
            <a:off x="1441038" y="3108145"/>
            <a:ext cx="6192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>
            <a:spLocks noGrp="1"/>
          </p:cNvSpPr>
          <p:nvPr>
            <p:ph type="title" idx="7" hasCustomPrompt="1"/>
          </p:nvPr>
        </p:nvSpPr>
        <p:spPr>
          <a:xfrm>
            <a:off x="5003170" y="1733558"/>
            <a:ext cx="619200" cy="48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9" name="Google Shape;359;p13"/>
          <p:cNvSpPr txBox="1">
            <a:spLocks noGrp="1"/>
          </p:cNvSpPr>
          <p:nvPr>
            <p:ph type="title" idx="8" hasCustomPrompt="1"/>
          </p:nvPr>
        </p:nvSpPr>
        <p:spPr>
          <a:xfrm>
            <a:off x="5003348" y="3108183"/>
            <a:ext cx="619200" cy="48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0" name="Google Shape;360;p13"/>
          <p:cNvSpPr txBox="1">
            <a:spLocks noGrp="1"/>
          </p:cNvSpPr>
          <p:nvPr>
            <p:ph type="subTitle" idx="9"/>
          </p:nvPr>
        </p:nvSpPr>
        <p:spPr>
          <a:xfrm>
            <a:off x="2051151" y="1841656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13"/>
          </p:nvPr>
        </p:nvSpPr>
        <p:spPr>
          <a:xfrm>
            <a:off x="5615164" y="1841656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14"/>
          </p:nvPr>
        </p:nvSpPr>
        <p:spPr>
          <a:xfrm>
            <a:off x="2051151" y="3218393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subTitle" idx="15"/>
          </p:nvPr>
        </p:nvSpPr>
        <p:spPr>
          <a:xfrm>
            <a:off x="5615164" y="3218393"/>
            <a:ext cx="25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364" name="Google Shape;364;p13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365" name="Google Shape;365;p13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66" name="Google Shape;366;p13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67" name="Google Shape;367;p13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368" name="Google Shape;368;p13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369" name="Google Shape;369;p13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0" name="Google Shape;370;p13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1" name="Google Shape;371;p13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72" name="Google Shape;372;p13"/>
          <p:cNvGrpSpPr/>
          <p:nvPr/>
        </p:nvGrpSpPr>
        <p:grpSpPr>
          <a:xfrm>
            <a:off x="8518751" y="1005342"/>
            <a:ext cx="548399" cy="572695"/>
            <a:chOff x="8424012" y="933664"/>
            <a:chExt cx="680396" cy="710540"/>
          </a:xfrm>
        </p:grpSpPr>
        <p:sp>
          <p:nvSpPr>
            <p:cNvPr id="373" name="Google Shape;373;p13"/>
            <p:cNvSpPr/>
            <p:nvPr/>
          </p:nvSpPr>
          <p:spPr>
            <a:xfrm>
              <a:off x="8424012" y="963918"/>
              <a:ext cx="680396" cy="680286"/>
            </a:xfrm>
            <a:custGeom>
              <a:avLst/>
              <a:gdLst/>
              <a:ahLst/>
              <a:cxnLst/>
              <a:rect l="l" t="t" r="r" b="b"/>
              <a:pathLst>
                <a:path w="6207" h="6206" extrusionOk="0">
                  <a:moveTo>
                    <a:pt x="3104" y="439"/>
                  </a:moveTo>
                  <a:cubicBezTo>
                    <a:pt x="1908" y="439"/>
                    <a:pt x="818" y="1252"/>
                    <a:pt x="518" y="2462"/>
                  </a:cubicBezTo>
                  <a:cubicBezTo>
                    <a:pt x="165" y="3888"/>
                    <a:pt x="1038" y="5335"/>
                    <a:pt x="2463" y="5688"/>
                  </a:cubicBezTo>
                  <a:cubicBezTo>
                    <a:pt x="3889" y="6041"/>
                    <a:pt x="5336" y="5168"/>
                    <a:pt x="5689" y="3742"/>
                  </a:cubicBezTo>
                  <a:cubicBezTo>
                    <a:pt x="6042" y="2317"/>
                    <a:pt x="5169" y="870"/>
                    <a:pt x="3743" y="518"/>
                  </a:cubicBezTo>
                  <a:cubicBezTo>
                    <a:pt x="3529" y="465"/>
                    <a:pt x="3315" y="439"/>
                    <a:pt x="3104" y="439"/>
                  </a:cubicBezTo>
                  <a:moveTo>
                    <a:pt x="3103" y="6206"/>
                  </a:moveTo>
                  <a:cubicBezTo>
                    <a:pt x="2857" y="6206"/>
                    <a:pt x="2607" y="6176"/>
                    <a:pt x="2358" y="6115"/>
                  </a:cubicBezTo>
                  <a:cubicBezTo>
                    <a:pt x="697" y="5704"/>
                    <a:pt x="-319" y="4018"/>
                    <a:pt x="91" y="2357"/>
                  </a:cubicBezTo>
                  <a:cubicBezTo>
                    <a:pt x="502" y="697"/>
                    <a:pt x="2188" y="-320"/>
                    <a:pt x="3849" y="91"/>
                  </a:cubicBezTo>
                  <a:cubicBezTo>
                    <a:pt x="5510" y="502"/>
                    <a:pt x="6527" y="2188"/>
                    <a:pt x="6116" y="3848"/>
                  </a:cubicBezTo>
                  <a:cubicBezTo>
                    <a:pt x="5766" y="5260"/>
                    <a:pt x="4496" y="6206"/>
                    <a:pt x="3103" y="6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8562021" y="933664"/>
              <a:ext cx="414683" cy="596319"/>
            </a:xfrm>
            <a:custGeom>
              <a:avLst/>
              <a:gdLst/>
              <a:ahLst/>
              <a:cxnLst/>
              <a:rect l="l" t="t" r="r" b="b"/>
              <a:pathLst>
                <a:path w="3783" h="5440" extrusionOk="0">
                  <a:moveTo>
                    <a:pt x="3612" y="1969"/>
                  </a:moveTo>
                  <a:cubicBezTo>
                    <a:pt x="3159" y="377"/>
                    <a:pt x="2322" y="0"/>
                    <a:pt x="2322" y="0"/>
                  </a:cubicBezTo>
                  <a:cubicBezTo>
                    <a:pt x="2261" y="1053"/>
                    <a:pt x="2010" y="1453"/>
                    <a:pt x="2010" y="1453"/>
                  </a:cubicBezTo>
                  <a:cubicBezTo>
                    <a:pt x="1839" y="1082"/>
                    <a:pt x="1572" y="874"/>
                    <a:pt x="1572" y="874"/>
                  </a:cubicBezTo>
                  <a:cubicBezTo>
                    <a:pt x="1431" y="1346"/>
                    <a:pt x="872" y="1976"/>
                    <a:pt x="599" y="2262"/>
                  </a:cubicBezTo>
                  <a:cubicBezTo>
                    <a:pt x="546" y="2310"/>
                    <a:pt x="497" y="2361"/>
                    <a:pt x="450" y="2415"/>
                  </a:cubicBezTo>
                  <a:cubicBezTo>
                    <a:pt x="449" y="2416"/>
                    <a:pt x="448" y="2417"/>
                    <a:pt x="448" y="2417"/>
                  </a:cubicBezTo>
                  <a:lnTo>
                    <a:pt x="448" y="2417"/>
                  </a:lnTo>
                  <a:cubicBezTo>
                    <a:pt x="264" y="2627"/>
                    <a:pt x="126" y="2884"/>
                    <a:pt x="54" y="3175"/>
                  </a:cubicBezTo>
                  <a:cubicBezTo>
                    <a:pt x="-189" y="4154"/>
                    <a:pt x="408" y="5143"/>
                    <a:pt x="1387" y="5386"/>
                  </a:cubicBezTo>
                  <a:cubicBezTo>
                    <a:pt x="2112" y="5565"/>
                    <a:pt x="2843" y="5284"/>
                    <a:pt x="3272" y="4728"/>
                  </a:cubicBezTo>
                  <a:lnTo>
                    <a:pt x="3272" y="4728"/>
                  </a:lnTo>
                  <a:cubicBezTo>
                    <a:pt x="3272" y="4728"/>
                    <a:pt x="4141" y="3831"/>
                    <a:pt x="3612" y="1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8634478" y="1140509"/>
              <a:ext cx="240720" cy="331264"/>
            </a:xfrm>
            <a:custGeom>
              <a:avLst/>
              <a:gdLst/>
              <a:ahLst/>
              <a:cxnLst/>
              <a:rect l="l" t="t" r="r" b="b"/>
              <a:pathLst>
                <a:path w="2196" h="3022" extrusionOk="0">
                  <a:moveTo>
                    <a:pt x="2172" y="1210"/>
                  </a:moveTo>
                  <a:cubicBezTo>
                    <a:pt x="2050" y="281"/>
                    <a:pt x="1611" y="0"/>
                    <a:pt x="1611" y="0"/>
                  </a:cubicBezTo>
                  <a:cubicBezTo>
                    <a:pt x="1490" y="585"/>
                    <a:pt x="1316" y="788"/>
                    <a:pt x="1316" y="788"/>
                  </a:cubicBezTo>
                  <a:cubicBezTo>
                    <a:pt x="1251" y="567"/>
                    <a:pt x="1118" y="429"/>
                    <a:pt x="1118" y="429"/>
                  </a:cubicBezTo>
                  <a:cubicBezTo>
                    <a:pt x="1000" y="681"/>
                    <a:pt x="634" y="988"/>
                    <a:pt x="458" y="1126"/>
                  </a:cubicBezTo>
                  <a:cubicBezTo>
                    <a:pt x="424" y="1149"/>
                    <a:pt x="392" y="1173"/>
                    <a:pt x="362" y="1200"/>
                  </a:cubicBezTo>
                  <a:cubicBezTo>
                    <a:pt x="361" y="1200"/>
                    <a:pt x="360" y="1200"/>
                    <a:pt x="360" y="1200"/>
                  </a:cubicBezTo>
                  <a:lnTo>
                    <a:pt x="361" y="1201"/>
                  </a:lnTo>
                  <a:cubicBezTo>
                    <a:pt x="240" y="1304"/>
                    <a:pt x="141" y="1437"/>
                    <a:pt x="77" y="1594"/>
                  </a:cubicBezTo>
                  <a:cubicBezTo>
                    <a:pt x="-140" y="2123"/>
                    <a:pt x="114" y="2728"/>
                    <a:pt x="643" y="2944"/>
                  </a:cubicBezTo>
                  <a:cubicBezTo>
                    <a:pt x="1035" y="3105"/>
                    <a:pt x="1468" y="3007"/>
                    <a:pt x="1754" y="2731"/>
                  </a:cubicBezTo>
                  <a:lnTo>
                    <a:pt x="1754" y="2731"/>
                  </a:lnTo>
                  <a:cubicBezTo>
                    <a:pt x="1754" y="2731"/>
                    <a:pt x="2316" y="2299"/>
                    <a:pt x="2172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8622859" y="1155636"/>
              <a:ext cx="257272" cy="360532"/>
            </a:xfrm>
            <a:custGeom>
              <a:avLst/>
              <a:gdLst/>
              <a:ahLst/>
              <a:cxnLst/>
              <a:rect l="l" t="t" r="r" b="b"/>
              <a:pathLst>
                <a:path w="2347" h="3289" extrusionOk="0">
                  <a:moveTo>
                    <a:pt x="44" y="237"/>
                  </a:moveTo>
                  <a:cubicBezTo>
                    <a:pt x="29" y="251"/>
                    <a:pt x="15" y="266"/>
                    <a:pt x="0" y="280"/>
                  </a:cubicBezTo>
                  <a:lnTo>
                    <a:pt x="1932" y="3289"/>
                  </a:lnTo>
                  <a:cubicBezTo>
                    <a:pt x="2080" y="3231"/>
                    <a:pt x="2219" y="3156"/>
                    <a:pt x="2347" y="3062"/>
                  </a:cubicBezTo>
                  <a:lnTo>
                    <a:pt x="261" y="0"/>
                  </a:lnTo>
                  <a:cubicBezTo>
                    <a:pt x="180" y="92"/>
                    <a:pt x="105" y="174"/>
                    <a:pt x="44" y="237"/>
                  </a:cubicBez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8579669" y="1030236"/>
              <a:ext cx="370726" cy="546553"/>
            </a:xfrm>
            <a:custGeom>
              <a:avLst/>
              <a:gdLst/>
              <a:ahLst/>
              <a:cxnLst/>
              <a:rect l="l" t="t" r="r" b="b"/>
              <a:pathLst>
                <a:path w="3382" h="4986" extrusionOk="0">
                  <a:moveTo>
                    <a:pt x="3145" y="4986"/>
                  </a:moveTo>
                  <a:lnTo>
                    <a:pt x="0" y="154"/>
                  </a:lnTo>
                  <a:lnTo>
                    <a:pt x="236" y="0"/>
                  </a:lnTo>
                  <a:lnTo>
                    <a:pt x="3382" y="4832"/>
                  </a:lnTo>
                  <a:lnTo>
                    <a:pt x="3145" y="49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13"/>
          <p:cNvGrpSpPr/>
          <p:nvPr/>
        </p:nvGrpSpPr>
        <p:grpSpPr>
          <a:xfrm>
            <a:off x="-149867" y="2622855"/>
            <a:ext cx="1351211" cy="2436766"/>
            <a:chOff x="-149867" y="2622855"/>
            <a:chExt cx="1351211" cy="2436766"/>
          </a:xfrm>
        </p:grpSpPr>
        <p:sp>
          <p:nvSpPr>
            <p:cNvPr id="379" name="Google Shape;379;p13"/>
            <p:cNvSpPr/>
            <p:nvPr/>
          </p:nvSpPr>
          <p:spPr>
            <a:xfrm rot="-2133267">
              <a:off x="-60374" y="4024727"/>
              <a:ext cx="307302" cy="111942"/>
            </a:xfrm>
            <a:custGeom>
              <a:avLst/>
              <a:gdLst/>
              <a:ahLst/>
              <a:cxnLst/>
              <a:rect l="l" t="t" r="r" b="b"/>
              <a:pathLst>
                <a:path w="1142" h="416" extrusionOk="0">
                  <a:moveTo>
                    <a:pt x="1142" y="0"/>
                  </a:moveTo>
                  <a:lnTo>
                    <a:pt x="0" y="309"/>
                  </a:lnTo>
                  <a:lnTo>
                    <a:pt x="42" y="416"/>
                  </a:lnTo>
                  <a:lnTo>
                    <a:pt x="1119" y="403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 rot="-2133267">
              <a:off x="189223" y="3845570"/>
              <a:ext cx="254022" cy="253753"/>
            </a:xfrm>
            <a:custGeom>
              <a:avLst/>
              <a:gdLst/>
              <a:ahLst/>
              <a:cxnLst/>
              <a:rect l="l" t="t" r="r" b="b"/>
              <a:pathLst>
                <a:path w="944" h="943" extrusionOk="0">
                  <a:moveTo>
                    <a:pt x="941" y="528"/>
                  </a:moveTo>
                  <a:cubicBezTo>
                    <a:pt x="910" y="787"/>
                    <a:pt x="675" y="972"/>
                    <a:pt x="416" y="940"/>
                  </a:cubicBezTo>
                  <a:cubicBezTo>
                    <a:pt x="157" y="909"/>
                    <a:pt x="-27" y="675"/>
                    <a:pt x="4" y="416"/>
                  </a:cubicBezTo>
                  <a:cubicBezTo>
                    <a:pt x="35" y="157"/>
                    <a:pt x="270" y="-27"/>
                    <a:pt x="528" y="4"/>
                  </a:cubicBezTo>
                  <a:cubicBezTo>
                    <a:pt x="787" y="35"/>
                    <a:pt x="972" y="269"/>
                    <a:pt x="941" y="5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 rot="-2133267">
              <a:off x="255983" y="3912383"/>
              <a:ext cx="120284" cy="120284"/>
            </a:xfrm>
            <a:custGeom>
              <a:avLst/>
              <a:gdLst/>
              <a:ahLst/>
              <a:cxnLst/>
              <a:rect l="l" t="t" r="r" b="b"/>
              <a:pathLst>
                <a:path w="447" h="447" extrusionOk="0">
                  <a:moveTo>
                    <a:pt x="446" y="251"/>
                  </a:moveTo>
                  <a:cubicBezTo>
                    <a:pt x="431" y="373"/>
                    <a:pt x="320" y="461"/>
                    <a:pt x="198" y="446"/>
                  </a:cubicBezTo>
                  <a:cubicBezTo>
                    <a:pt x="75" y="431"/>
                    <a:pt x="-12" y="320"/>
                    <a:pt x="2" y="197"/>
                  </a:cubicBezTo>
                  <a:cubicBezTo>
                    <a:pt x="17" y="75"/>
                    <a:pt x="128" y="-13"/>
                    <a:pt x="251" y="2"/>
                  </a:cubicBezTo>
                  <a:cubicBezTo>
                    <a:pt x="373" y="17"/>
                    <a:pt x="461" y="128"/>
                    <a:pt x="446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2133267">
              <a:off x="222275" y="3991649"/>
              <a:ext cx="314029" cy="126473"/>
            </a:xfrm>
            <a:custGeom>
              <a:avLst/>
              <a:gdLst/>
              <a:ahLst/>
              <a:cxnLst/>
              <a:rect l="l" t="t" r="r" b="b"/>
              <a:pathLst>
                <a:path w="1167" h="470" extrusionOk="0">
                  <a:moveTo>
                    <a:pt x="14" y="36"/>
                  </a:moveTo>
                  <a:lnTo>
                    <a:pt x="0" y="445"/>
                  </a:lnTo>
                  <a:lnTo>
                    <a:pt x="1167" y="470"/>
                  </a:lnTo>
                  <a:lnTo>
                    <a:pt x="1133" y="0"/>
                  </a:lnTo>
                  <a:lnTo>
                    <a:pt x="14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2133267">
              <a:off x="360928" y="3995910"/>
              <a:ext cx="613796" cy="976262"/>
            </a:xfrm>
            <a:custGeom>
              <a:avLst/>
              <a:gdLst/>
              <a:ahLst/>
              <a:cxnLst/>
              <a:rect l="l" t="t" r="r" b="b"/>
              <a:pathLst>
                <a:path w="2281" h="3628" extrusionOk="0">
                  <a:moveTo>
                    <a:pt x="174" y="0"/>
                  </a:moveTo>
                  <a:lnTo>
                    <a:pt x="0" y="3370"/>
                  </a:lnTo>
                  <a:lnTo>
                    <a:pt x="1490" y="3628"/>
                  </a:lnTo>
                  <a:lnTo>
                    <a:pt x="2281" y="11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2133267">
              <a:off x="-131602" y="3855162"/>
              <a:ext cx="404982" cy="192669"/>
            </a:xfrm>
            <a:custGeom>
              <a:avLst/>
              <a:gdLst/>
              <a:ahLst/>
              <a:cxnLst/>
              <a:rect l="l" t="t" r="r" b="b"/>
              <a:pathLst>
                <a:path w="1505" h="716" extrusionOk="0">
                  <a:moveTo>
                    <a:pt x="1505" y="484"/>
                  </a:moveTo>
                  <a:lnTo>
                    <a:pt x="73" y="0"/>
                  </a:lnTo>
                  <a:lnTo>
                    <a:pt x="0" y="66"/>
                  </a:lnTo>
                  <a:lnTo>
                    <a:pt x="1087" y="716"/>
                  </a:lnTo>
                  <a:lnTo>
                    <a:pt x="1505" y="4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 rot="-2133267">
              <a:off x="380344" y="4056464"/>
              <a:ext cx="405520" cy="976262"/>
            </a:xfrm>
            <a:custGeom>
              <a:avLst/>
              <a:gdLst/>
              <a:ahLst/>
              <a:cxnLst/>
              <a:rect l="l" t="t" r="r" b="b"/>
              <a:pathLst>
                <a:path w="1507" h="3628" extrusionOk="0">
                  <a:moveTo>
                    <a:pt x="1507" y="3549"/>
                  </a:moveTo>
                  <a:cubicBezTo>
                    <a:pt x="-158" y="3135"/>
                    <a:pt x="391" y="12"/>
                    <a:pt x="391" y="12"/>
                  </a:cubicBezTo>
                  <a:lnTo>
                    <a:pt x="174" y="0"/>
                  </a:lnTo>
                  <a:lnTo>
                    <a:pt x="0" y="3370"/>
                  </a:lnTo>
                  <a:lnTo>
                    <a:pt x="1490" y="3628"/>
                  </a:lnTo>
                  <a:lnTo>
                    <a:pt x="1507" y="3549"/>
                  </a:ln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 rot="-2133267">
              <a:off x="401549" y="4241054"/>
              <a:ext cx="550291" cy="590385"/>
            </a:xfrm>
            <a:custGeom>
              <a:avLst/>
              <a:gdLst/>
              <a:ahLst/>
              <a:cxnLst/>
              <a:rect l="l" t="t" r="r" b="b"/>
              <a:pathLst>
                <a:path w="2045" h="2194" extrusionOk="0">
                  <a:moveTo>
                    <a:pt x="1579" y="2194"/>
                  </a:moveTo>
                  <a:lnTo>
                    <a:pt x="2045" y="128"/>
                  </a:lnTo>
                  <a:lnTo>
                    <a:pt x="96" y="0"/>
                  </a:lnTo>
                  <a:lnTo>
                    <a:pt x="0" y="1845"/>
                  </a:lnTo>
                  <a:lnTo>
                    <a:pt x="1579" y="21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2133267">
              <a:off x="420638" y="4357103"/>
              <a:ext cx="169258" cy="533876"/>
            </a:xfrm>
            <a:custGeom>
              <a:avLst/>
              <a:gdLst/>
              <a:ahLst/>
              <a:cxnLst/>
              <a:rect l="l" t="t" r="r" b="b"/>
              <a:pathLst>
                <a:path w="629" h="1984" extrusionOk="0">
                  <a:moveTo>
                    <a:pt x="629" y="1984"/>
                  </a:moveTo>
                  <a:cubicBezTo>
                    <a:pt x="309" y="1417"/>
                    <a:pt x="256" y="620"/>
                    <a:pt x="276" y="11"/>
                  </a:cubicBezTo>
                  <a:lnTo>
                    <a:pt x="96" y="0"/>
                  </a:lnTo>
                  <a:lnTo>
                    <a:pt x="63" y="636"/>
                  </a:lnTo>
                  <a:lnTo>
                    <a:pt x="0" y="1845"/>
                  </a:lnTo>
                  <a:lnTo>
                    <a:pt x="629" y="1984"/>
                  </a:lnTo>
                  <a:close/>
                </a:path>
              </a:pathLst>
            </a:custGeom>
            <a:solidFill>
              <a:srgbClr val="D6CDB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2133267">
              <a:off x="673664" y="3984822"/>
              <a:ext cx="208276" cy="820727"/>
            </a:xfrm>
            <a:custGeom>
              <a:avLst/>
              <a:gdLst/>
              <a:ahLst/>
              <a:cxnLst/>
              <a:rect l="l" t="t" r="r" b="b"/>
              <a:pathLst>
                <a:path w="774" h="3050" extrusionOk="0">
                  <a:moveTo>
                    <a:pt x="125" y="0"/>
                  </a:moveTo>
                  <a:lnTo>
                    <a:pt x="774" y="17"/>
                  </a:lnTo>
                  <a:lnTo>
                    <a:pt x="157" y="3050"/>
                  </a:lnTo>
                  <a:cubicBezTo>
                    <a:pt x="157" y="3050"/>
                    <a:pt x="80" y="3021"/>
                    <a:pt x="0" y="2965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5400798" flipH="1">
              <a:off x="-197078" y="3117142"/>
              <a:ext cx="1124258" cy="707169"/>
            </a:xfrm>
            <a:custGeom>
              <a:avLst/>
              <a:gdLst/>
              <a:ahLst/>
              <a:cxnLst/>
              <a:rect l="l" t="t" r="r" b="b"/>
              <a:pathLst>
                <a:path w="4178" h="2628" extrusionOk="0">
                  <a:moveTo>
                    <a:pt x="2735" y="2628"/>
                  </a:moveTo>
                  <a:cubicBezTo>
                    <a:pt x="2277" y="2628"/>
                    <a:pt x="1931" y="2064"/>
                    <a:pt x="1569" y="1472"/>
                  </a:cubicBezTo>
                  <a:cubicBezTo>
                    <a:pt x="1491" y="1346"/>
                    <a:pt x="1411" y="1215"/>
                    <a:pt x="1329" y="1088"/>
                  </a:cubicBezTo>
                  <a:cubicBezTo>
                    <a:pt x="940" y="486"/>
                    <a:pt x="83" y="869"/>
                    <a:pt x="75" y="873"/>
                  </a:cubicBezTo>
                  <a:cubicBezTo>
                    <a:pt x="48" y="885"/>
                    <a:pt x="17" y="874"/>
                    <a:pt x="5" y="847"/>
                  </a:cubicBezTo>
                  <a:cubicBezTo>
                    <a:pt x="-8" y="820"/>
                    <a:pt x="4" y="789"/>
                    <a:pt x="31" y="777"/>
                  </a:cubicBezTo>
                  <a:cubicBezTo>
                    <a:pt x="40" y="773"/>
                    <a:pt x="980" y="352"/>
                    <a:pt x="1418" y="1031"/>
                  </a:cubicBezTo>
                  <a:cubicBezTo>
                    <a:pt x="1501" y="1159"/>
                    <a:pt x="1581" y="1290"/>
                    <a:pt x="1659" y="1417"/>
                  </a:cubicBezTo>
                  <a:cubicBezTo>
                    <a:pt x="2082" y="2107"/>
                    <a:pt x="2447" y="2703"/>
                    <a:pt x="2962" y="2469"/>
                  </a:cubicBezTo>
                  <a:cubicBezTo>
                    <a:pt x="3280" y="2324"/>
                    <a:pt x="3286" y="1770"/>
                    <a:pt x="3292" y="1234"/>
                  </a:cubicBezTo>
                  <a:cubicBezTo>
                    <a:pt x="3298" y="726"/>
                    <a:pt x="3303" y="246"/>
                    <a:pt x="3566" y="68"/>
                  </a:cubicBezTo>
                  <a:cubicBezTo>
                    <a:pt x="3705" y="-25"/>
                    <a:pt x="3894" y="-23"/>
                    <a:pt x="4144" y="75"/>
                  </a:cubicBezTo>
                  <a:cubicBezTo>
                    <a:pt x="4172" y="85"/>
                    <a:pt x="4185" y="116"/>
                    <a:pt x="4175" y="143"/>
                  </a:cubicBezTo>
                  <a:cubicBezTo>
                    <a:pt x="4164" y="170"/>
                    <a:pt x="4133" y="184"/>
                    <a:pt x="4106" y="173"/>
                  </a:cubicBezTo>
                  <a:cubicBezTo>
                    <a:pt x="3890" y="89"/>
                    <a:pt x="3733" y="83"/>
                    <a:pt x="3626" y="156"/>
                  </a:cubicBezTo>
                  <a:cubicBezTo>
                    <a:pt x="3409" y="302"/>
                    <a:pt x="3403" y="776"/>
                    <a:pt x="3398" y="1235"/>
                  </a:cubicBezTo>
                  <a:cubicBezTo>
                    <a:pt x="3392" y="1804"/>
                    <a:pt x="3385" y="2392"/>
                    <a:pt x="3006" y="2565"/>
                  </a:cubicBezTo>
                  <a:cubicBezTo>
                    <a:pt x="2911" y="2608"/>
                    <a:pt x="2821" y="2628"/>
                    <a:pt x="2735" y="2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 rot="5400798" flipH="1">
              <a:off x="462349" y="2690418"/>
              <a:ext cx="320486" cy="185403"/>
            </a:xfrm>
            <a:custGeom>
              <a:avLst/>
              <a:gdLst/>
              <a:ahLst/>
              <a:cxnLst/>
              <a:rect l="l" t="t" r="r" b="b"/>
              <a:pathLst>
                <a:path w="1191" h="689" extrusionOk="0">
                  <a:moveTo>
                    <a:pt x="80" y="0"/>
                  </a:moveTo>
                  <a:lnTo>
                    <a:pt x="0" y="170"/>
                  </a:lnTo>
                  <a:lnTo>
                    <a:pt x="580" y="689"/>
                  </a:lnTo>
                  <a:lnTo>
                    <a:pt x="1191" y="9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 rot="5400798" flipH="1">
              <a:off x="530413" y="2758498"/>
              <a:ext cx="184327" cy="185403"/>
            </a:xfrm>
            <a:custGeom>
              <a:avLst/>
              <a:gdLst/>
              <a:ahLst/>
              <a:cxnLst/>
              <a:rect l="l" t="t" r="r" b="b"/>
              <a:pathLst>
                <a:path w="685" h="689" extrusionOk="0">
                  <a:moveTo>
                    <a:pt x="205" y="11"/>
                  </a:moveTo>
                  <a:lnTo>
                    <a:pt x="80" y="0"/>
                  </a:lnTo>
                  <a:lnTo>
                    <a:pt x="0" y="170"/>
                  </a:lnTo>
                  <a:lnTo>
                    <a:pt x="580" y="689"/>
                  </a:lnTo>
                  <a:lnTo>
                    <a:pt x="685" y="587"/>
                  </a:lnTo>
                  <a:cubicBezTo>
                    <a:pt x="253" y="358"/>
                    <a:pt x="204" y="113"/>
                    <a:pt x="20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 rot="5400798" flipH="1">
              <a:off x="661711" y="2892520"/>
              <a:ext cx="52742" cy="74807"/>
            </a:xfrm>
            <a:custGeom>
              <a:avLst/>
              <a:gdLst/>
              <a:ahLst/>
              <a:cxnLst/>
              <a:rect l="l" t="t" r="r" b="b"/>
              <a:pathLst>
                <a:path w="196" h="278" extrusionOk="0">
                  <a:moveTo>
                    <a:pt x="75" y="0"/>
                  </a:moveTo>
                  <a:lnTo>
                    <a:pt x="0" y="216"/>
                  </a:lnTo>
                  <a:lnTo>
                    <a:pt x="99" y="278"/>
                  </a:lnTo>
                  <a:lnTo>
                    <a:pt x="196" y="3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 rot="5400798" flipH="1">
              <a:off x="650772" y="3057610"/>
              <a:ext cx="91491" cy="101447"/>
            </a:xfrm>
            <a:custGeom>
              <a:avLst/>
              <a:gdLst/>
              <a:ahLst/>
              <a:cxnLst/>
              <a:rect l="l" t="t" r="r" b="b"/>
              <a:pathLst>
                <a:path w="340" h="377" extrusionOk="0">
                  <a:moveTo>
                    <a:pt x="18" y="377"/>
                  </a:moveTo>
                  <a:cubicBezTo>
                    <a:pt x="17" y="377"/>
                    <a:pt x="16" y="377"/>
                    <a:pt x="15" y="376"/>
                  </a:cubicBezTo>
                  <a:cubicBezTo>
                    <a:pt x="5" y="374"/>
                    <a:pt x="-1" y="365"/>
                    <a:pt x="1" y="356"/>
                  </a:cubicBezTo>
                  <a:cubicBezTo>
                    <a:pt x="62" y="53"/>
                    <a:pt x="317" y="1"/>
                    <a:pt x="320" y="1"/>
                  </a:cubicBezTo>
                  <a:cubicBezTo>
                    <a:pt x="329" y="-1"/>
                    <a:pt x="338" y="5"/>
                    <a:pt x="340" y="15"/>
                  </a:cubicBezTo>
                  <a:cubicBezTo>
                    <a:pt x="342" y="24"/>
                    <a:pt x="336" y="34"/>
                    <a:pt x="326" y="35"/>
                  </a:cubicBezTo>
                  <a:cubicBezTo>
                    <a:pt x="317" y="37"/>
                    <a:pt x="92" y="84"/>
                    <a:pt x="36" y="363"/>
                  </a:cubicBezTo>
                  <a:cubicBezTo>
                    <a:pt x="34" y="371"/>
                    <a:pt x="26" y="377"/>
                    <a:pt x="18" y="3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" name="Google Shape;394;p13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395" name="Google Shape;395;p13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14"/>
          <p:cNvGrpSpPr/>
          <p:nvPr/>
        </p:nvGrpSpPr>
        <p:grpSpPr>
          <a:xfrm>
            <a:off x="7" y="-441980"/>
            <a:ext cx="7086555" cy="4195930"/>
            <a:chOff x="8" y="-441980"/>
            <a:chExt cx="7086555" cy="4195930"/>
          </a:xfrm>
        </p:grpSpPr>
        <p:sp>
          <p:nvSpPr>
            <p:cNvPr id="402" name="Google Shape;402;p14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5907922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14"/>
          <p:cNvSpPr txBox="1">
            <a:spLocks noGrp="1"/>
          </p:cNvSpPr>
          <p:nvPr>
            <p:ph type="title"/>
          </p:nvPr>
        </p:nvSpPr>
        <p:spPr>
          <a:xfrm>
            <a:off x="1577681" y="2930675"/>
            <a:ext cx="6042300" cy="5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5" name="Google Shape;405;p14"/>
          <p:cNvSpPr txBox="1">
            <a:spLocks noGrp="1"/>
          </p:cNvSpPr>
          <p:nvPr>
            <p:ph type="subTitle" idx="1"/>
          </p:nvPr>
        </p:nvSpPr>
        <p:spPr>
          <a:xfrm>
            <a:off x="1577050" y="1383200"/>
            <a:ext cx="6042300" cy="15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406" name="Google Shape;406;p14"/>
          <p:cNvGrpSpPr/>
          <p:nvPr/>
        </p:nvGrpSpPr>
        <p:grpSpPr>
          <a:xfrm flipH="1">
            <a:off x="-364323" y="-214200"/>
            <a:ext cx="9513750" cy="5547898"/>
            <a:chOff x="0" y="-214200"/>
            <a:chExt cx="9513750" cy="5547898"/>
          </a:xfrm>
        </p:grpSpPr>
        <p:sp>
          <p:nvSpPr>
            <p:cNvPr id="407" name="Google Shape;407;p14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08" name="Google Shape;408;p14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09" name="Google Shape;409;p14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10" name="Google Shape;410;p14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11" name="Google Shape;411;p14"/>
          <p:cNvGrpSpPr/>
          <p:nvPr/>
        </p:nvGrpSpPr>
        <p:grpSpPr>
          <a:xfrm rot="-623400" flipH="1">
            <a:off x="7340553" y="3939742"/>
            <a:ext cx="1917152" cy="1970415"/>
            <a:chOff x="-263584" y="3409108"/>
            <a:chExt cx="2325174" cy="2389773"/>
          </a:xfrm>
        </p:grpSpPr>
        <p:sp>
          <p:nvSpPr>
            <p:cNvPr id="412" name="Google Shape;412;p14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 rot="-7907642" flipH="1">
              <a:off x="295092" y="3435557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 rot="-1542034">
              <a:off x="1185923" y="3524975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 rot="-1542034">
              <a:off x="1495987" y="3989264"/>
              <a:ext cx="211441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 rot="-7907642" flipH="1">
              <a:off x="687461" y="3611399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 rot="-7907642" flipH="1">
              <a:off x="637320" y="3763083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4"/>
          <p:cNvGrpSpPr/>
          <p:nvPr/>
        </p:nvGrpSpPr>
        <p:grpSpPr>
          <a:xfrm flipH="1">
            <a:off x="76844" y="4049662"/>
            <a:ext cx="1137212" cy="1101862"/>
            <a:chOff x="3310877" y="3200084"/>
            <a:chExt cx="1441698" cy="1396884"/>
          </a:xfrm>
        </p:grpSpPr>
        <p:sp>
          <p:nvSpPr>
            <p:cNvPr id="422" name="Google Shape;422;p14"/>
            <p:cNvSpPr/>
            <p:nvPr/>
          </p:nvSpPr>
          <p:spPr>
            <a:xfrm>
              <a:off x="3392261" y="3289202"/>
              <a:ext cx="1278939" cy="1307766"/>
            </a:xfrm>
            <a:custGeom>
              <a:avLst/>
              <a:gdLst/>
              <a:ahLst/>
              <a:cxnLst/>
              <a:rect l="l" t="t" r="r" b="b"/>
              <a:pathLst>
                <a:path w="7276" h="7440" extrusionOk="0">
                  <a:moveTo>
                    <a:pt x="168" y="7440"/>
                  </a:moveTo>
                  <a:cubicBezTo>
                    <a:pt x="168" y="7440"/>
                    <a:pt x="-210" y="6194"/>
                    <a:pt x="168" y="5379"/>
                  </a:cubicBezTo>
                  <a:cubicBezTo>
                    <a:pt x="168" y="5379"/>
                    <a:pt x="471" y="6139"/>
                    <a:pt x="1106" y="6059"/>
                  </a:cubicBezTo>
                  <a:cubicBezTo>
                    <a:pt x="1742" y="5980"/>
                    <a:pt x="1701" y="5367"/>
                    <a:pt x="1419" y="5141"/>
                  </a:cubicBezTo>
                  <a:cubicBezTo>
                    <a:pt x="379" y="4306"/>
                    <a:pt x="605" y="3532"/>
                    <a:pt x="605" y="3532"/>
                  </a:cubicBezTo>
                  <a:cubicBezTo>
                    <a:pt x="605" y="3532"/>
                    <a:pt x="1381" y="4247"/>
                    <a:pt x="1808" y="3989"/>
                  </a:cubicBezTo>
                  <a:cubicBezTo>
                    <a:pt x="2234" y="3730"/>
                    <a:pt x="1161" y="2398"/>
                    <a:pt x="2512" y="1594"/>
                  </a:cubicBezTo>
                  <a:cubicBezTo>
                    <a:pt x="2512" y="1594"/>
                    <a:pt x="2472" y="2737"/>
                    <a:pt x="2988" y="2995"/>
                  </a:cubicBezTo>
                  <a:cubicBezTo>
                    <a:pt x="2988" y="2995"/>
                    <a:pt x="3108" y="680"/>
                    <a:pt x="4697" y="0"/>
                  </a:cubicBezTo>
                  <a:cubicBezTo>
                    <a:pt x="4697" y="0"/>
                    <a:pt x="3922" y="1573"/>
                    <a:pt x="4935" y="2811"/>
                  </a:cubicBezTo>
                  <a:cubicBezTo>
                    <a:pt x="5948" y="4048"/>
                    <a:pt x="6505" y="4023"/>
                    <a:pt x="6366" y="5277"/>
                  </a:cubicBezTo>
                  <a:cubicBezTo>
                    <a:pt x="6366" y="5277"/>
                    <a:pt x="6842" y="5320"/>
                    <a:pt x="7220" y="4863"/>
                  </a:cubicBezTo>
                  <a:cubicBezTo>
                    <a:pt x="7220" y="4863"/>
                    <a:pt x="7538" y="6381"/>
                    <a:pt x="6664" y="7440"/>
                  </a:cubicBezTo>
                  <a:lnTo>
                    <a:pt x="168" y="74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496143" y="4458282"/>
              <a:ext cx="197923" cy="138686"/>
            </a:xfrm>
            <a:custGeom>
              <a:avLst/>
              <a:gdLst/>
              <a:ahLst/>
              <a:cxnLst/>
              <a:rect l="l" t="t" r="r" b="b"/>
              <a:pathLst>
                <a:path w="1126" h="789" extrusionOk="0">
                  <a:moveTo>
                    <a:pt x="199" y="789"/>
                  </a:moveTo>
                  <a:cubicBezTo>
                    <a:pt x="199" y="789"/>
                    <a:pt x="0" y="397"/>
                    <a:pt x="0" y="0"/>
                  </a:cubicBezTo>
                  <a:cubicBezTo>
                    <a:pt x="0" y="0"/>
                    <a:pt x="543" y="730"/>
                    <a:pt x="1126" y="789"/>
                  </a:cubicBezTo>
                  <a:lnTo>
                    <a:pt x="199" y="7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>
              <a:off x="3733438" y="3806333"/>
              <a:ext cx="748274" cy="790636"/>
            </a:xfrm>
            <a:custGeom>
              <a:avLst/>
              <a:gdLst/>
              <a:ahLst/>
              <a:cxnLst/>
              <a:rect l="l" t="t" r="r" b="b"/>
              <a:pathLst>
                <a:path w="4257" h="4498" extrusionOk="0">
                  <a:moveTo>
                    <a:pt x="359" y="4498"/>
                  </a:moveTo>
                  <a:cubicBezTo>
                    <a:pt x="359" y="4498"/>
                    <a:pt x="-449" y="3973"/>
                    <a:pt x="359" y="3510"/>
                  </a:cubicBezTo>
                  <a:cubicBezTo>
                    <a:pt x="1167" y="3046"/>
                    <a:pt x="179" y="2292"/>
                    <a:pt x="179" y="2292"/>
                  </a:cubicBezTo>
                  <a:cubicBezTo>
                    <a:pt x="179" y="2292"/>
                    <a:pt x="769" y="2239"/>
                    <a:pt x="1048" y="2543"/>
                  </a:cubicBezTo>
                  <a:cubicBezTo>
                    <a:pt x="1048" y="2543"/>
                    <a:pt x="491" y="1629"/>
                    <a:pt x="677" y="1007"/>
                  </a:cubicBezTo>
                  <a:cubicBezTo>
                    <a:pt x="677" y="1007"/>
                    <a:pt x="1233" y="1669"/>
                    <a:pt x="1842" y="1775"/>
                  </a:cubicBezTo>
                  <a:cubicBezTo>
                    <a:pt x="1842" y="1775"/>
                    <a:pt x="1498" y="583"/>
                    <a:pt x="1975" y="0"/>
                  </a:cubicBezTo>
                  <a:cubicBezTo>
                    <a:pt x="1975" y="0"/>
                    <a:pt x="1736" y="888"/>
                    <a:pt x="2478" y="1417"/>
                  </a:cubicBezTo>
                  <a:cubicBezTo>
                    <a:pt x="3219" y="1947"/>
                    <a:pt x="4014" y="2257"/>
                    <a:pt x="3193" y="3378"/>
                  </a:cubicBezTo>
                  <a:cubicBezTo>
                    <a:pt x="3193" y="3378"/>
                    <a:pt x="3868" y="3536"/>
                    <a:pt x="4252" y="3285"/>
                  </a:cubicBezTo>
                  <a:cubicBezTo>
                    <a:pt x="4252" y="3285"/>
                    <a:pt x="4345" y="4002"/>
                    <a:pt x="3762" y="4498"/>
                  </a:cubicBezTo>
                  <a:lnTo>
                    <a:pt x="359" y="44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4111352" y="3781900"/>
              <a:ext cx="18105" cy="144311"/>
            </a:xfrm>
            <a:custGeom>
              <a:avLst/>
              <a:gdLst/>
              <a:ahLst/>
              <a:cxnLst/>
              <a:rect l="l" t="t" r="r" b="b"/>
              <a:pathLst>
                <a:path w="103" h="821" extrusionOk="0">
                  <a:moveTo>
                    <a:pt x="103" y="0"/>
                  </a:moveTo>
                  <a:cubicBezTo>
                    <a:pt x="103" y="0"/>
                    <a:pt x="-129" y="398"/>
                    <a:pt x="103" y="821"/>
                  </a:cubicBezTo>
                  <a:cubicBezTo>
                    <a:pt x="103" y="821"/>
                    <a:pt x="10" y="278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815524" y="4101107"/>
              <a:ext cx="32167" cy="71716"/>
            </a:xfrm>
            <a:custGeom>
              <a:avLst/>
              <a:gdLst/>
              <a:ahLst/>
              <a:cxnLst/>
              <a:rect l="l" t="t" r="r" b="b"/>
              <a:pathLst>
                <a:path w="183" h="408" extrusionOk="0">
                  <a:moveTo>
                    <a:pt x="59" y="0"/>
                  </a:moveTo>
                  <a:cubicBezTo>
                    <a:pt x="59" y="0"/>
                    <a:pt x="74" y="244"/>
                    <a:pt x="183" y="408"/>
                  </a:cubicBezTo>
                  <a:cubicBezTo>
                    <a:pt x="183" y="408"/>
                    <a:pt x="-125" y="427"/>
                    <a:pt x="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67362" y="4262820"/>
              <a:ext cx="55018" cy="50447"/>
            </a:xfrm>
            <a:custGeom>
              <a:avLst/>
              <a:gdLst/>
              <a:ahLst/>
              <a:cxnLst/>
              <a:rect l="l" t="t" r="r" b="b"/>
              <a:pathLst>
                <a:path w="313" h="287" extrusionOk="0">
                  <a:moveTo>
                    <a:pt x="0" y="9"/>
                  </a:moveTo>
                  <a:cubicBezTo>
                    <a:pt x="0" y="9"/>
                    <a:pt x="283" y="98"/>
                    <a:pt x="313" y="287"/>
                  </a:cubicBezTo>
                  <a:cubicBezTo>
                    <a:pt x="313" y="287"/>
                    <a:pt x="249" y="-60"/>
                    <a:pt x="0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456770" y="4423303"/>
              <a:ext cx="24257" cy="79099"/>
            </a:xfrm>
            <a:custGeom>
              <a:avLst/>
              <a:gdLst/>
              <a:ahLst/>
              <a:cxnLst/>
              <a:rect l="l" t="t" r="r" b="b"/>
              <a:pathLst>
                <a:path w="138" h="450" extrusionOk="0">
                  <a:moveTo>
                    <a:pt x="85" y="0"/>
                  </a:moveTo>
                  <a:cubicBezTo>
                    <a:pt x="85" y="0"/>
                    <a:pt x="52" y="205"/>
                    <a:pt x="138" y="450"/>
                  </a:cubicBezTo>
                  <a:cubicBezTo>
                    <a:pt x="138" y="450"/>
                    <a:pt x="-133" y="331"/>
                    <a:pt x="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4423878" y="4305358"/>
              <a:ext cx="83669" cy="62927"/>
            </a:xfrm>
            <a:custGeom>
              <a:avLst/>
              <a:gdLst/>
              <a:ahLst/>
              <a:cxnLst/>
              <a:rect l="l" t="t" r="r" b="b"/>
              <a:pathLst>
                <a:path w="476" h="358" extrusionOk="0">
                  <a:moveTo>
                    <a:pt x="0" y="358"/>
                  </a:moveTo>
                  <a:cubicBezTo>
                    <a:pt x="0" y="358"/>
                    <a:pt x="343" y="284"/>
                    <a:pt x="452" y="0"/>
                  </a:cubicBezTo>
                  <a:cubicBezTo>
                    <a:pt x="452" y="0"/>
                    <a:pt x="632" y="327"/>
                    <a:pt x="0" y="3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4624611" y="4425061"/>
              <a:ext cx="127964" cy="130952"/>
            </a:xfrm>
            <a:custGeom>
              <a:avLst/>
              <a:gdLst/>
              <a:ahLst/>
              <a:cxnLst/>
              <a:rect l="l" t="t" r="r" b="b"/>
              <a:pathLst>
                <a:path w="728" h="745" extrusionOk="0">
                  <a:moveTo>
                    <a:pt x="0" y="745"/>
                  </a:moveTo>
                  <a:cubicBezTo>
                    <a:pt x="0" y="745"/>
                    <a:pt x="517" y="546"/>
                    <a:pt x="547" y="0"/>
                  </a:cubicBezTo>
                  <a:cubicBezTo>
                    <a:pt x="547" y="0"/>
                    <a:pt x="1210" y="604"/>
                    <a:pt x="0" y="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4667500" y="4106381"/>
              <a:ext cx="44647" cy="103004"/>
            </a:xfrm>
            <a:custGeom>
              <a:avLst/>
              <a:gdLst/>
              <a:ahLst/>
              <a:cxnLst/>
              <a:rect l="l" t="t" r="r" b="b"/>
              <a:pathLst>
                <a:path w="254" h="586" extrusionOk="0">
                  <a:moveTo>
                    <a:pt x="157" y="586"/>
                  </a:moveTo>
                  <a:cubicBezTo>
                    <a:pt x="157" y="586"/>
                    <a:pt x="168" y="60"/>
                    <a:pt x="0" y="0"/>
                  </a:cubicBezTo>
                  <a:cubicBezTo>
                    <a:pt x="0" y="0"/>
                    <a:pt x="444" y="209"/>
                    <a:pt x="157" y="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010106" y="3200084"/>
              <a:ext cx="225168" cy="195813"/>
            </a:xfrm>
            <a:custGeom>
              <a:avLst/>
              <a:gdLst/>
              <a:ahLst/>
              <a:cxnLst/>
              <a:rect l="l" t="t" r="r" b="b"/>
              <a:pathLst>
                <a:path w="1281" h="1114" extrusionOk="0">
                  <a:moveTo>
                    <a:pt x="0" y="1114"/>
                  </a:moveTo>
                  <a:cubicBezTo>
                    <a:pt x="0" y="1114"/>
                    <a:pt x="576" y="185"/>
                    <a:pt x="1281" y="115"/>
                  </a:cubicBezTo>
                  <a:cubicBezTo>
                    <a:pt x="1281" y="115"/>
                    <a:pt x="874" y="-500"/>
                    <a:pt x="0" y="11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3942081" y="3319787"/>
              <a:ext cx="47811" cy="120582"/>
            </a:xfrm>
            <a:custGeom>
              <a:avLst/>
              <a:gdLst/>
              <a:ahLst/>
              <a:cxnLst/>
              <a:rect l="l" t="t" r="r" b="b"/>
              <a:pathLst>
                <a:path w="272" h="686" extrusionOk="0">
                  <a:moveTo>
                    <a:pt x="158" y="686"/>
                  </a:moveTo>
                  <a:cubicBezTo>
                    <a:pt x="158" y="686"/>
                    <a:pt x="188" y="130"/>
                    <a:pt x="0" y="0"/>
                  </a:cubicBezTo>
                  <a:cubicBezTo>
                    <a:pt x="0" y="0"/>
                    <a:pt x="486" y="229"/>
                    <a:pt x="158" y="6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4264978" y="3682938"/>
              <a:ext cx="75056" cy="123394"/>
            </a:xfrm>
            <a:custGeom>
              <a:avLst/>
              <a:gdLst/>
              <a:ahLst/>
              <a:cxnLst/>
              <a:rect l="l" t="t" r="r" b="b"/>
              <a:pathLst>
                <a:path w="427" h="702" extrusionOk="0">
                  <a:moveTo>
                    <a:pt x="0" y="0"/>
                  </a:moveTo>
                  <a:cubicBezTo>
                    <a:pt x="0" y="0"/>
                    <a:pt x="80" y="481"/>
                    <a:pt x="427" y="702"/>
                  </a:cubicBezTo>
                  <a:cubicBezTo>
                    <a:pt x="427" y="702"/>
                    <a:pt x="0" y="7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3364137" y="3841663"/>
              <a:ext cx="85251" cy="136401"/>
            </a:xfrm>
            <a:custGeom>
              <a:avLst/>
              <a:gdLst/>
              <a:ahLst/>
              <a:cxnLst/>
              <a:rect l="l" t="t" r="r" b="b"/>
              <a:pathLst>
                <a:path w="485" h="776" extrusionOk="0">
                  <a:moveTo>
                    <a:pt x="477" y="776"/>
                  </a:moveTo>
                  <a:cubicBezTo>
                    <a:pt x="477" y="776"/>
                    <a:pt x="516" y="140"/>
                    <a:pt x="0" y="140"/>
                  </a:cubicBezTo>
                  <a:cubicBezTo>
                    <a:pt x="0" y="140"/>
                    <a:pt x="556" y="-446"/>
                    <a:pt x="477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310877" y="4416272"/>
              <a:ext cx="60291" cy="134468"/>
            </a:xfrm>
            <a:custGeom>
              <a:avLst/>
              <a:gdLst/>
              <a:ahLst/>
              <a:cxnLst/>
              <a:rect l="l" t="t" r="r" b="b"/>
              <a:pathLst>
                <a:path w="343" h="765" extrusionOk="0">
                  <a:moveTo>
                    <a:pt x="343" y="765"/>
                  </a:moveTo>
                  <a:cubicBezTo>
                    <a:pt x="343" y="765"/>
                    <a:pt x="54" y="427"/>
                    <a:pt x="54" y="0"/>
                  </a:cubicBezTo>
                  <a:cubicBezTo>
                    <a:pt x="54" y="0"/>
                    <a:pt x="-184" y="547"/>
                    <a:pt x="343" y="7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14"/>
          <p:cNvGrpSpPr/>
          <p:nvPr/>
        </p:nvGrpSpPr>
        <p:grpSpPr>
          <a:xfrm>
            <a:off x="158243" y="71198"/>
            <a:ext cx="8573634" cy="4817968"/>
            <a:chOff x="158243" y="71198"/>
            <a:chExt cx="8573634" cy="4817968"/>
          </a:xfrm>
        </p:grpSpPr>
        <p:grpSp>
          <p:nvGrpSpPr>
            <p:cNvPr id="438" name="Google Shape;438;p14"/>
            <p:cNvGrpSpPr/>
            <p:nvPr/>
          </p:nvGrpSpPr>
          <p:grpSpPr>
            <a:xfrm>
              <a:off x="158243" y="71198"/>
              <a:ext cx="8573634" cy="4817968"/>
              <a:chOff x="158243" y="71198"/>
              <a:chExt cx="8573634" cy="4817968"/>
            </a:xfrm>
          </p:grpSpPr>
          <p:grpSp>
            <p:nvGrpSpPr>
              <p:cNvPr id="439" name="Google Shape;439;p14"/>
              <p:cNvGrpSpPr/>
              <p:nvPr/>
            </p:nvGrpSpPr>
            <p:grpSpPr>
              <a:xfrm flipH="1">
                <a:off x="1870877" y="71198"/>
                <a:ext cx="6861000" cy="782323"/>
                <a:chOff x="417550" y="71198"/>
                <a:chExt cx="6861000" cy="782323"/>
              </a:xfrm>
            </p:grpSpPr>
            <p:sp>
              <p:nvSpPr>
                <p:cNvPr id="440" name="Google Shape;440;p14"/>
                <p:cNvSpPr/>
                <p:nvPr/>
              </p:nvSpPr>
              <p:spPr>
                <a:xfrm>
                  <a:off x="417550" y="669920"/>
                  <a:ext cx="183600" cy="183600"/>
                </a:xfrm>
                <a:prstGeom prst="ellipse">
                  <a:avLst/>
                </a:pr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  <p:sp>
              <p:nvSpPr>
                <p:cNvPr id="441" name="Google Shape;441;p14"/>
                <p:cNvSpPr/>
                <p:nvPr/>
              </p:nvSpPr>
              <p:spPr>
                <a:xfrm>
                  <a:off x="7187350" y="71198"/>
                  <a:ext cx="91200" cy="91200"/>
                </a:xfrm>
                <a:prstGeom prst="ellipse">
                  <a:avLst/>
                </a:prstGeom>
                <a:solidFill>
                  <a:schemeClr val="dk2"/>
                </a:solidFill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  <p:sp>
              <p:nvSpPr>
                <p:cNvPr id="442" name="Google Shape;442;p14"/>
                <p:cNvSpPr/>
                <p:nvPr/>
              </p:nvSpPr>
              <p:spPr>
                <a:xfrm>
                  <a:off x="6783900" y="162399"/>
                  <a:ext cx="377100" cy="3771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Darker Grotesque Medium"/>
                    <a:ea typeface="Darker Grotesque Medium"/>
                    <a:cs typeface="Darker Grotesque Medium"/>
                    <a:sym typeface="Darker Grotesque Medium"/>
                  </a:endParaRPr>
                </a:p>
              </p:txBody>
            </p:sp>
          </p:grpSp>
          <p:grpSp>
            <p:nvGrpSpPr>
              <p:cNvPr id="443" name="Google Shape;443;p14"/>
              <p:cNvGrpSpPr/>
              <p:nvPr/>
            </p:nvGrpSpPr>
            <p:grpSpPr>
              <a:xfrm>
                <a:off x="158243" y="1294500"/>
                <a:ext cx="8571750" cy="3594666"/>
                <a:chOff x="158243" y="1294500"/>
                <a:chExt cx="8571750" cy="3594666"/>
              </a:xfrm>
            </p:grpSpPr>
            <p:grpSp>
              <p:nvGrpSpPr>
                <p:cNvPr id="444" name="Google Shape;444;p14"/>
                <p:cNvGrpSpPr/>
                <p:nvPr/>
              </p:nvGrpSpPr>
              <p:grpSpPr>
                <a:xfrm flipH="1">
                  <a:off x="158243" y="1294500"/>
                  <a:ext cx="8571750" cy="3156573"/>
                  <a:chOff x="447425" y="1294500"/>
                  <a:chExt cx="8571750" cy="3156573"/>
                </a:xfrm>
              </p:grpSpPr>
              <p:sp>
                <p:nvSpPr>
                  <p:cNvPr id="445" name="Google Shape;445;p14"/>
                  <p:cNvSpPr/>
                  <p:nvPr/>
                </p:nvSpPr>
                <p:spPr>
                  <a:xfrm flipH="1">
                    <a:off x="597183" y="1557369"/>
                    <a:ext cx="63000" cy="630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6" name="Google Shape;446;p14"/>
                  <p:cNvSpPr/>
                  <p:nvPr/>
                </p:nvSpPr>
                <p:spPr>
                  <a:xfrm flipH="1">
                    <a:off x="447425" y="1294500"/>
                    <a:ext cx="183600" cy="1836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7" name="Google Shape;447;p14"/>
                  <p:cNvSpPr/>
                  <p:nvPr/>
                </p:nvSpPr>
                <p:spPr>
                  <a:xfrm flipH="1">
                    <a:off x="8792675" y="4108175"/>
                    <a:ext cx="183600" cy="183600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  <p:sp>
                <p:nvSpPr>
                  <p:cNvPr id="448" name="Google Shape;448;p14"/>
                  <p:cNvSpPr/>
                  <p:nvPr/>
                </p:nvSpPr>
                <p:spPr>
                  <a:xfrm flipH="1">
                    <a:off x="8927975" y="4359873"/>
                    <a:ext cx="91200" cy="91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19050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Darker Grotesque Medium"/>
                      <a:ea typeface="Darker Grotesque Medium"/>
                      <a:cs typeface="Darker Grotesque Medium"/>
                      <a:sym typeface="Darker Grotesque Medium"/>
                    </a:endParaRPr>
                  </a:p>
                </p:txBody>
              </p:sp>
            </p:grpSp>
            <p:sp>
              <p:nvSpPr>
                <p:cNvPr id="449" name="Google Shape;449;p14"/>
                <p:cNvSpPr/>
                <p:nvPr/>
              </p:nvSpPr>
              <p:spPr>
                <a:xfrm>
                  <a:off x="4654192" y="4804136"/>
                  <a:ext cx="85298" cy="85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" h="316" extrusionOk="0">
                      <a:moveTo>
                        <a:pt x="317" y="158"/>
                      </a:moveTo>
                      <a:cubicBezTo>
                        <a:pt x="317" y="245"/>
                        <a:pt x="246" y="316"/>
                        <a:pt x="158" y="316"/>
                      </a:cubicBezTo>
                      <a:cubicBezTo>
                        <a:pt x="71" y="316"/>
                        <a:pt x="0" y="245"/>
                        <a:pt x="0" y="158"/>
                      </a:cubicBezTo>
                      <a:cubicBezTo>
                        <a:pt x="0" y="71"/>
                        <a:pt x="71" y="0"/>
                        <a:pt x="158" y="0"/>
                      </a:cubicBezTo>
                      <a:cubicBezTo>
                        <a:pt x="246" y="0"/>
                        <a:pt x="317" y="71"/>
                        <a:pt x="317" y="15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0" name="Google Shape;450;p14"/>
            <p:cNvGrpSpPr/>
            <p:nvPr/>
          </p:nvGrpSpPr>
          <p:grpSpPr>
            <a:xfrm rot="10800000">
              <a:off x="208084" y="1807550"/>
              <a:ext cx="212758" cy="325869"/>
              <a:chOff x="447425" y="1294500"/>
              <a:chExt cx="212758" cy="325869"/>
            </a:xfrm>
          </p:grpSpPr>
          <p:sp>
            <p:nvSpPr>
              <p:cNvPr id="451" name="Google Shape;451;p14"/>
              <p:cNvSpPr/>
              <p:nvPr/>
            </p:nvSpPr>
            <p:spPr>
              <a:xfrm flipH="1">
                <a:off x="597183" y="1557369"/>
                <a:ext cx="63000" cy="630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452" name="Google Shape;452;p14"/>
              <p:cNvSpPr/>
              <p:nvPr/>
            </p:nvSpPr>
            <p:spPr>
              <a:xfrm flipH="1">
                <a:off x="447425" y="1294500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"/>
          <p:cNvSpPr txBox="1">
            <a:spLocks noGrp="1"/>
          </p:cNvSpPr>
          <p:nvPr>
            <p:ph type="title"/>
          </p:nvPr>
        </p:nvSpPr>
        <p:spPr>
          <a:xfrm>
            <a:off x="962975" y="836175"/>
            <a:ext cx="30504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15"/>
          <p:cNvSpPr txBox="1">
            <a:spLocks noGrp="1"/>
          </p:cNvSpPr>
          <p:nvPr>
            <p:ph type="subTitle" idx="1"/>
          </p:nvPr>
        </p:nvSpPr>
        <p:spPr>
          <a:xfrm>
            <a:off x="962975" y="3132225"/>
            <a:ext cx="30504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5"/>
          <p:cNvSpPr>
            <a:spLocks noGrp="1"/>
          </p:cNvSpPr>
          <p:nvPr>
            <p:ph type="pic" idx="2"/>
          </p:nvPr>
        </p:nvSpPr>
        <p:spPr>
          <a:xfrm>
            <a:off x="4312225" y="0"/>
            <a:ext cx="4831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7" name="Google Shape;457;p15"/>
          <p:cNvGrpSpPr/>
          <p:nvPr/>
        </p:nvGrpSpPr>
        <p:grpSpPr>
          <a:xfrm>
            <a:off x="91419" y="-11325"/>
            <a:ext cx="2221620" cy="2467914"/>
            <a:chOff x="91419" y="-11325"/>
            <a:chExt cx="2221620" cy="2467914"/>
          </a:xfrm>
        </p:grpSpPr>
        <p:sp>
          <p:nvSpPr>
            <p:cNvPr id="458" name="Google Shape;458;p15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9" name="Google Shape;459;p15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60" name="Google Shape;460;p15"/>
          <p:cNvGrpSpPr/>
          <p:nvPr/>
        </p:nvGrpSpPr>
        <p:grpSpPr>
          <a:xfrm>
            <a:off x="436650" y="240445"/>
            <a:ext cx="3748368" cy="4754927"/>
            <a:chOff x="436650" y="240445"/>
            <a:chExt cx="3748368" cy="4754927"/>
          </a:xfrm>
        </p:grpSpPr>
        <p:sp>
          <p:nvSpPr>
            <p:cNvPr id="461" name="Google Shape;461;p15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4001418" y="46524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3958518" y="49041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64" name="Google Shape;464;p15"/>
          <p:cNvGrpSpPr/>
          <p:nvPr/>
        </p:nvGrpSpPr>
        <p:grpSpPr>
          <a:xfrm>
            <a:off x="8" y="-441980"/>
            <a:ext cx="3409580" cy="4195930"/>
            <a:chOff x="8" y="-441980"/>
            <a:chExt cx="3409580" cy="4195930"/>
          </a:xfrm>
        </p:grpSpPr>
        <p:sp>
          <p:nvSpPr>
            <p:cNvPr id="465" name="Google Shape;465;p15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2230948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15"/>
          <p:cNvGrpSpPr/>
          <p:nvPr/>
        </p:nvGrpSpPr>
        <p:grpSpPr>
          <a:xfrm>
            <a:off x="154993" y="2551300"/>
            <a:ext cx="226500" cy="342898"/>
            <a:chOff x="3958518" y="4652475"/>
            <a:chExt cx="226500" cy="342898"/>
          </a:xfrm>
        </p:grpSpPr>
        <p:sp>
          <p:nvSpPr>
            <p:cNvPr id="468" name="Google Shape;468;p15"/>
            <p:cNvSpPr/>
            <p:nvPr/>
          </p:nvSpPr>
          <p:spPr>
            <a:xfrm>
              <a:off x="4001418" y="465247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3958518" y="49041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"/>
          <p:cNvSpPr txBox="1">
            <a:spLocks noGrp="1"/>
          </p:cNvSpPr>
          <p:nvPr>
            <p:ph type="title"/>
          </p:nvPr>
        </p:nvSpPr>
        <p:spPr>
          <a:xfrm>
            <a:off x="720000" y="1341450"/>
            <a:ext cx="2488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6"/>
          <p:cNvSpPr txBox="1">
            <a:spLocks noGrp="1"/>
          </p:cNvSpPr>
          <p:nvPr>
            <p:ph type="subTitle" idx="1"/>
          </p:nvPr>
        </p:nvSpPr>
        <p:spPr>
          <a:xfrm>
            <a:off x="720000" y="2404650"/>
            <a:ext cx="2488800" cy="13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3" name="Google Shape;473;p16"/>
          <p:cNvGrpSpPr/>
          <p:nvPr/>
        </p:nvGrpSpPr>
        <p:grpSpPr>
          <a:xfrm flipH="1">
            <a:off x="-128041" y="-306950"/>
            <a:ext cx="9760321" cy="5653505"/>
            <a:chOff x="-491157" y="-306950"/>
            <a:chExt cx="9760321" cy="5653505"/>
          </a:xfrm>
        </p:grpSpPr>
        <p:sp>
          <p:nvSpPr>
            <p:cNvPr id="474" name="Google Shape;474;p16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5" name="Google Shape;475;p16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6" name="Google Shape;476;p16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77" name="Google Shape;477;p16"/>
          <p:cNvGrpSpPr/>
          <p:nvPr/>
        </p:nvGrpSpPr>
        <p:grpSpPr>
          <a:xfrm flipH="1">
            <a:off x="164840" y="4725720"/>
            <a:ext cx="8723182" cy="320952"/>
            <a:chOff x="253100" y="4725720"/>
            <a:chExt cx="8723182" cy="320952"/>
          </a:xfrm>
        </p:grpSpPr>
        <p:sp>
          <p:nvSpPr>
            <p:cNvPr id="478" name="Google Shape;478;p16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81" name="Google Shape;481;p16"/>
          <p:cNvGrpSpPr/>
          <p:nvPr/>
        </p:nvGrpSpPr>
        <p:grpSpPr>
          <a:xfrm flipH="1">
            <a:off x="43448" y="-270205"/>
            <a:ext cx="8309015" cy="6079120"/>
            <a:chOff x="765448" y="-270205"/>
            <a:chExt cx="8309015" cy="6079120"/>
          </a:xfrm>
        </p:grpSpPr>
        <p:sp>
          <p:nvSpPr>
            <p:cNvPr id="482" name="Google Shape;482;p16"/>
            <p:cNvSpPr/>
            <p:nvPr/>
          </p:nvSpPr>
          <p:spPr>
            <a:xfrm>
              <a:off x="1540197" y="46039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8430782" y="380204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76544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"/>
          <p:cNvSpPr txBox="1">
            <a:spLocks noGrp="1"/>
          </p:cNvSpPr>
          <p:nvPr>
            <p:ph type="title"/>
          </p:nvPr>
        </p:nvSpPr>
        <p:spPr>
          <a:xfrm>
            <a:off x="5918299" y="1341450"/>
            <a:ext cx="25125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7"/>
          <p:cNvSpPr txBox="1">
            <a:spLocks noGrp="1"/>
          </p:cNvSpPr>
          <p:nvPr>
            <p:ph type="subTitle" idx="1"/>
          </p:nvPr>
        </p:nvSpPr>
        <p:spPr>
          <a:xfrm>
            <a:off x="5918425" y="2404650"/>
            <a:ext cx="2512500" cy="13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88" name="Google Shape;488;p17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489" name="Google Shape;489;p17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0" name="Google Shape;490;p17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1" name="Google Shape;491;p17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492" name="Google Shape;492;p17"/>
          <p:cNvGrpSpPr/>
          <p:nvPr/>
        </p:nvGrpSpPr>
        <p:grpSpPr>
          <a:xfrm>
            <a:off x="253100" y="4725720"/>
            <a:ext cx="8723182" cy="320952"/>
            <a:chOff x="253100" y="4725720"/>
            <a:chExt cx="8723182" cy="320952"/>
          </a:xfrm>
        </p:grpSpPr>
        <p:sp>
          <p:nvSpPr>
            <p:cNvPr id="493" name="Google Shape;493;p17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496" name="Google Shape;496;p17"/>
          <p:cNvGrpSpPr/>
          <p:nvPr/>
        </p:nvGrpSpPr>
        <p:grpSpPr>
          <a:xfrm>
            <a:off x="-335628" y="-270205"/>
            <a:ext cx="9410090" cy="4476980"/>
            <a:chOff x="-335627" y="-270205"/>
            <a:chExt cx="9410090" cy="4476980"/>
          </a:xfrm>
        </p:grpSpPr>
        <p:sp>
          <p:nvSpPr>
            <p:cNvPr id="497" name="Google Shape;497;p17"/>
            <p:cNvSpPr/>
            <p:nvPr/>
          </p:nvSpPr>
          <p:spPr>
            <a:xfrm>
              <a:off x="-335627" y="106707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8430782" y="3549415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583999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2" name="Google Shape;502;p18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503" name="Google Shape;503;p18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4" name="Google Shape;504;p18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05" name="Google Shape;505;p18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506" name="Google Shape;506;p18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507" name="Google Shape;507;p18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8" name="Google Shape;508;p18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9" name="Google Shape;509;p18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10" name="Google Shape;510;p18"/>
          <p:cNvGrpSpPr/>
          <p:nvPr/>
        </p:nvGrpSpPr>
        <p:grpSpPr>
          <a:xfrm>
            <a:off x="-149867" y="1017716"/>
            <a:ext cx="9167127" cy="4041904"/>
            <a:chOff x="-149867" y="1017716"/>
            <a:chExt cx="9167127" cy="4041904"/>
          </a:xfrm>
        </p:grpSpPr>
        <p:grpSp>
          <p:nvGrpSpPr>
            <p:cNvPr id="511" name="Google Shape;511;p18"/>
            <p:cNvGrpSpPr/>
            <p:nvPr/>
          </p:nvGrpSpPr>
          <p:grpSpPr>
            <a:xfrm>
              <a:off x="8468861" y="1017716"/>
              <a:ext cx="548399" cy="572695"/>
              <a:chOff x="8424012" y="933664"/>
              <a:chExt cx="680396" cy="710540"/>
            </a:xfrm>
          </p:grpSpPr>
          <p:sp>
            <p:nvSpPr>
              <p:cNvPr id="512" name="Google Shape;512;p1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18"/>
            <p:cNvGrpSpPr/>
            <p:nvPr/>
          </p:nvGrpSpPr>
          <p:grpSpPr>
            <a:xfrm>
              <a:off x="-149867" y="2622855"/>
              <a:ext cx="1351211" cy="2436766"/>
              <a:chOff x="-149867" y="2622855"/>
              <a:chExt cx="1351211" cy="2436766"/>
            </a:xfrm>
          </p:grpSpPr>
          <p:sp>
            <p:nvSpPr>
              <p:cNvPr id="518" name="Google Shape;518;p18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8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8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8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8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8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8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8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8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8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8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8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8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8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8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" name="Google Shape;533;p18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534" name="Google Shape;534;p18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19"/>
          <p:cNvGrpSpPr/>
          <p:nvPr/>
        </p:nvGrpSpPr>
        <p:grpSpPr>
          <a:xfrm>
            <a:off x="0" y="-214200"/>
            <a:ext cx="9513750" cy="5547898"/>
            <a:chOff x="0" y="-214200"/>
            <a:chExt cx="9513750" cy="5547898"/>
          </a:xfrm>
        </p:grpSpPr>
        <p:sp>
          <p:nvSpPr>
            <p:cNvPr id="542" name="Google Shape;542;p19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3" name="Google Shape;543;p19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4" name="Google Shape;544;p19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5" name="Google Shape;545;p19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46" name="Google Shape;546;p19"/>
          <p:cNvGrpSpPr/>
          <p:nvPr/>
        </p:nvGrpSpPr>
        <p:grpSpPr>
          <a:xfrm rot="623400">
            <a:off x="-228983" y="3859760"/>
            <a:ext cx="2066133" cy="2064603"/>
            <a:chOff x="-263584" y="3294874"/>
            <a:chExt cx="2505863" cy="2504007"/>
          </a:xfrm>
        </p:grpSpPr>
        <p:sp>
          <p:nvSpPr>
            <p:cNvPr id="547" name="Google Shape;547;p19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9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9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9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9"/>
            <p:cNvSpPr/>
            <p:nvPr/>
          </p:nvSpPr>
          <p:spPr>
            <a:xfrm rot="10072484" flipH="1">
              <a:off x="222232" y="3555371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9"/>
            <p:cNvSpPr/>
            <p:nvPr/>
          </p:nvSpPr>
          <p:spPr>
            <a:xfrm rot="3867680">
              <a:off x="1800272" y="3892988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9"/>
            <p:cNvSpPr/>
            <p:nvPr/>
          </p:nvSpPr>
          <p:spPr>
            <a:xfrm rot="3867680">
              <a:off x="1590274" y="4394300"/>
              <a:ext cx="211442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9"/>
            <p:cNvSpPr/>
            <p:nvPr/>
          </p:nvSpPr>
          <p:spPr>
            <a:xfrm rot="10072484" flipH="1">
              <a:off x="440070" y="3305455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9"/>
            <p:cNvSpPr/>
            <p:nvPr/>
          </p:nvSpPr>
          <p:spPr>
            <a:xfrm rot="10072484" flipH="1">
              <a:off x="493268" y="3465672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9"/>
          <p:cNvSpPr/>
          <p:nvPr/>
        </p:nvSpPr>
        <p:spPr>
          <a:xfrm>
            <a:off x="8645675" y="4603998"/>
            <a:ext cx="91200" cy="912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8242225" y="4695199"/>
            <a:ext cx="377100" cy="3771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60" name="Google Shape;560;p20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561" name="Google Shape;561;p20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62" name="Google Shape;562;p20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63" name="Google Shape;563;p20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64" name="Google Shape;564;p20"/>
          <p:cNvGrpSpPr/>
          <p:nvPr/>
        </p:nvGrpSpPr>
        <p:grpSpPr>
          <a:xfrm>
            <a:off x="253100" y="4725720"/>
            <a:ext cx="8723182" cy="320952"/>
            <a:chOff x="253100" y="4725720"/>
            <a:chExt cx="8723182" cy="320952"/>
          </a:xfrm>
        </p:grpSpPr>
        <p:sp>
          <p:nvSpPr>
            <p:cNvPr id="565" name="Google Shape;565;p20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67" name="Google Shape;567;p20"/>
            <p:cNvSpPr/>
            <p:nvPr/>
          </p:nvSpPr>
          <p:spPr>
            <a:xfrm flipH="1">
              <a:off x="8792682" y="47257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70" name="Google Shape;570;p21"/>
          <p:cNvGrpSpPr/>
          <p:nvPr/>
        </p:nvGrpSpPr>
        <p:grpSpPr>
          <a:xfrm>
            <a:off x="-491157" y="-306950"/>
            <a:ext cx="9760321" cy="5653505"/>
            <a:chOff x="-491157" y="-306950"/>
            <a:chExt cx="9760321" cy="5653505"/>
          </a:xfrm>
        </p:grpSpPr>
        <p:sp>
          <p:nvSpPr>
            <p:cNvPr id="571" name="Google Shape;571;p21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72" name="Google Shape;572;p21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73" name="Google Shape;573;p21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74" name="Google Shape;574;p21"/>
          <p:cNvGrpSpPr/>
          <p:nvPr/>
        </p:nvGrpSpPr>
        <p:grpSpPr>
          <a:xfrm>
            <a:off x="253100" y="4725720"/>
            <a:ext cx="701950" cy="183600"/>
            <a:chOff x="253100" y="4725720"/>
            <a:chExt cx="701950" cy="183600"/>
          </a:xfrm>
        </p:grpSpPr>
        <p:sp>
          <p:nvSpPr>
            <p:cNvPr id="575" name="Google Shape;575;p21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576" name="Google Shape;576;p21"/>
            <p:cNvSpPr/>
            <p:nvPr/>
          </p:nvSpPr>
          <p:spPr>
            <a:xfrm>
              <a:off x="863850" y="48030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577" name="Google Shape;577;p21"/>
          <p:cNvGrpSpPr/>
          <p:nvPr/>
        </p:nvGrpSpPr>
        <p:grpSpPr>
          <a:xfrm rot="-623400" flipH="1">
            <a:off x="7397717" y="4212535"/>
            <a:ext cx="2066133" cy="2064603"/>
            <a:chOff x="-263584" y="3294874"/>
            <a:chExt cx="2505863" cy="2504007"/>
          </a:xfrm>
        </p:grpSpPr>
        <p:sp>
          <p:nvSpPr>
            <p:cNvPr id="578" name="Google Shape;578;p21"/>
            <p:cNvSpPr/>
            <p:nvPr/>
          </p:nvSpPr>
          <p:spPr>
            <a:xfrm rot="-7907642" flipH="1">
              <a:off x="355453" y="3603218"/>
              <a:ext cx="78049" cy="146165"/>
            </a:xfrm>
            <a:custGeom>
              <a:avLst/>
              <a:gdLst/>
              <a:ahLst/>
              <a:cxnLst/>
              <a:rect l="l" t="t" r="r" b="b"/>
              <a:pathLst>
                <a:path w="110" h="206" extrusionOk="0">
                  <a:moveTo>
                    <a:pt x="32" y="206"/>
                  </a:moveTo>
                  <a:lnTo>
                    <a:pt x="0" y="192"/>
                  </a:lnTo>
                  <a:lnTo>
                    <a:pt x="78" y="0"/>
                  </a:lnTo>
                  <a:lnTo>
                    <a:pt x="110" y="14"/>
                  </a:lnTo>
                  <a:lnTo>
                    <a:pt x="32" y="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9150" rIns="90000" bIns="29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 rot="-7907642" flipH="1">
              <a:off x="466775" y="3665364"/>
              <a:ext cx="43282" cy="157517"/>
            </a:xfrm>
            <a:custGeom>
              <a:avLst/>
              <a:gdLst/>
              <a:ahLst/>
              <a:cxnLst/>
              <a:rect l="l" t="t" r="r" b="b"/>
              <a:pathLst>
                <a:path w="61" h="222" extrusionOk="0">
                  <a:moveTo>
                    <a:pt x="35" y="222"/>
                  </a:moveTo>
                  <a:lnTo>
                    <a:pt x="0" y="217"/>
                  </a:lnTo>
                  <a:lnTo>
                    <a:pt x="26" y="0"/>
                  </a:lnTo>
                  <a:lnTo>
                    <a:pt x="61" y="4"/>
                  </a:lnTo>
                  <a:lnTo>
                    <a:pt x="35" y="2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4900" rIns="90000" bIns="349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1"/>
            <p:cNvSpPr/>
            <p:nvPr/>
          </p:nvSpPr>
          <p:spPr>
            <a:xfrm rot="-7907642" flipH="1">
              <a:off x="-45741" y="3903248"/>
              <a:ext cx="1889490" cy="1429718"/>
            </a:xfrm>
            <a:custGeom>
              <a:avLst/>
              <a:gdLst/>
              <a:ahLst/>
              <a:cxnLst/>
              <a:rect l="l" t="t" r="r" b="b"/>
              <a:pathLst>
                <a:path w="2663" h="2015" extrusionOk="0">
                  <a:moveTo>
                    <a:pt x="1378" y="2015"/>
                  </a:moveTo>
                  <a:cubicBezTo>
                    <a:pt x="1346" y="2015"/>
                    <a:pt x="1314" y="2009"/>
                    <a:pt x="1281" y="1996"/>
                  </a:cubicBezTo>
                  <a:cubicBezTo>
                    <a:pt x="1081" y="1915"/>
                    <a:pt x="1114" y="1559"/>
                    <a:pt x="1151" y="1146"/>
                  </a:cubicBezTo>
                  <a:cubicBezTo>
                    <a:pt x="1194" y="666"/>
                    <a:pt x="1244" y="122"/>
                    <a:pt x="883" y="74"/>
                  </a:cubicBezTo>
                  <a:cubicBezTo>
                    <a:pt x="337" y="1"/>
                    <a:pt x="72" y="1168"/>
                    <a:pt x="69" y="1180"/>
                  </a:cubicBezTo>
                  <a:lnTo>
                    <a:pt x="0" y="1165"/>
                  </a:lnTo>
                  <a:cubicBezTo>
                    <a:pt x="3" y="1152"/>
                    <a:pt x="70" y="855"/>
                    <a:pt x="210" y="561"/>
                  </a:cubicBezTo>
                  <a:cubicBezTo>
                    <a:pt x="401" y="163"/>
                    <a:pt x="637" y="-30"/>
                    <a:pt x="892" y="4"/>
                  </a:cubicBezTo>
                  <a:cubicBezTo>
                    <a:pt x="1320" y="61"/>
                    <a:pt x="1267" y="641"/>
                    <a:pt x="1221" y="1152"/>
                  </a:cubicBezTo>
                  <a:cubicBezTo>
                    <a:pt x="1189" y="1505"/>
                    <a:pt x="1156" y="1869"/>
                    <a:pt x="1308" y="1931"/>
                  </a:cubicBezTo>
                  <a:cubicBezTo>
                    <a:pt x="1478" y="2000"/>
                    <a:pt x="1664" y="1800"/>
                    <a:pt x="1861" y="1589"/>
                  </a:cubicBezTo>
                  <a:cubicBezTo>
                    <a:pt x="2104" y="1329"/>
                    <a:pt x="2379" y="1034"/>
                    <a:pt x="2663" y="1273"/>
                  </a:cubicBezTo>
                  <a:lnTo>
                    <a:pt x="2617" y="1327"/>
                  </a:lnTo>
                  <a:cubicBezTo>
                    <a:pt x="2384" y="1132"/>
                    <a:pt x="2155" y="1377"/>
                    <a:pt x="1913" y="1637"/>
                  </a:cubicBezTo>
                  <a:cubicBezTo>
                    <a:pt x="1739" y="1824"/>
                    <a:pt x="1560" y="2015"/>
                    <a:pt x="1378" y="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1"/>
            <p:cNvSpPr/>
            <p:nvPr/>
          </p:nvSpPr>
          <p:spPr>
            <a:xfrm rot="-7907642" flipH="1">
              <a:off x="216255" y="3671238"/>
              <a:ext cx="302262" cy="313616"/>
            </a:xfrm>
            <a:custGeom>
              <a:avLst/>
              <a:gdLst/>
              <a:ahLst/>
              <a:cxnLst/>
              <a:rect l="l" t="t" r="r" b="b"/>
              <a:pathLst>
                <a:path w="426" h="442" extrusionOk="0">
                  <a:moveTo>
                    <a:pt x="386" y="442"/>
                  </a:moveTo>
                  <a:lnTo>
                    <a:pt x="0" y="339"/>
                  </a:lnTo>
                  <a:cubicBezTo>
                    <a:pt x="0" y="339"/>
                    <a:pt x="71" y="-54"/>
                    <a:pt x="296" y="6"/>
                  </a:cubicBezTo>
                  <a:cubicBezTo>
                    <a:pt x="521" y="67"/>
                    <a:pt x="386" y="442"/>
                    <a:pt x="386" y="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1"/>
            <p:cNvSpPr/>
            <p:nvPr/>
          </p:nvSpPr>
          <p:spPr>
            <a:xfrm rot="10072484" flipH="1">
              <a:off x="222232" y="3555371"/>
              <a:ext cx="107140" cy="80887"/>
            </a:xfrm>
            <a:custGeom>
              <a:avLst/>
              <a:gdLst/>
              <a:ahLst/>
              <a:cxnLst/>
              <a:rect l="l" t="t" r="r" b="b"/>
              <a:pathLst>
                <a:path w="151" h="114" extrusionOk="0">
                  <a:moveTo>
                    <a:pt x="151" y="0"/>
                  </a:moveTo>
                  <a:lnTo>
                    <a:pt x="32" y="114"/>
                  </a:lnTo>
                  <a:lnTo>
                    <a:pt x="0" y="6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1"/>
            <p:cNvSpPr/>
            <p:nvPr/>
          </p:nvSpPr>
          <p:spPr>
            <a:xfrm rot="3867680">
              <a:off x="1800272" y="3892988"/>
              <a:ext cx="274590" cy="544215"/>
            </a:xfrm>
            <a:custGeom>
              <a:avLst/>
              <a:gdLst/>
              <a:ahLst/>
              <a:cxnLst/>
              <a:rect l="l" t="t" r="r" b="b"/>
              <a:pathLst>
                <a:path w="387" h="767" extrusionOk="0">
                  <a:moveTo>
                    <a:pt x="91" y="14"/>
                  </a:moveTo>
                  <a:lnTo>
                    <a:pt x="315" y="0"/>
                  </a:lnTo>
                  <a:lnTo>
                    <a:pt x="189" y="344"/>
                  </a:lnTo>
                  <a:lnTo>
                    <a:pt x="387" y="403"/>
                  </a:lnTo>
                  <a:lnTo>
                    <a:pt x="147" y="767"/>
                  </a:lnTo>
                  <a:lnTo>
                    <a:pt x="228" y="471"/>
                  </a:lnTo>
                  <a:lnTo>
                    <a:pt x="0" y="440"/>
                  </a:lnTo>
                  <a:lnTo>
                    <a:pt x="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1"/>
            <p:cNvSpPr/>
            <p:nvPr/>
          </p:nvSpPr>
          <p:spPr>
            <a:xfrm rot="3867680">
              <a:off x="1590274" y="4394300"/>
              <a:ext cx="211442" cy="97207"/>
            </a:xfrm>
            <a:custGeom>
              <a:avLst/>
              <a:gdLst/>
              <a:ahLst/>
              <a:cxnLst/>
              <a:rect l="l" t="t" r="r" b="b"/>
              <a:pathLst>
                <a:path w="298" h="137" extrusionOk="0">
                  <a:moveTo>
                    <a:pt x="0" y="137"/>
                  </a:moveTo>
                  <a:lnTo>
                    <a:pt x="271" y="0"/>
                  </a:lnTo>
                  <a:lnTo>
                    <a:pt x="298" y="112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 rot="10072484" flipH="1">
              <a:off x="440070" y="3305455"/>
              <a:ext cx="122749" cy="207185"/>
            </a:xfrm>
            <a:custGeom>
              <a:avLst/>
              <a:gdLst/>
              <a:ahLst/>
              <a:cxnLst/>
              <a:rect l="l" t="t" r="r" b="b"/>
              <a:pathLst>
                <a:path w="173" h="292" extrusionOk="0">
                  <a:moveTo>
                    <a:pt x="0" y="0"/>
                  </a:moveTo>
                  <a:lnTo>
                    <a:pt x="173" y="249"/>
                  </a:lnTo>
                  <a:lnTo>
                    <a:pt x="67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1"/>
            <p:cNvSpPr/>
            <p:nvPr/>
          </p:nvSpPr>
          <p:spPr>
            <a:xfrm rot="10072484" flipH="1">
              <a:off x="493268" y="3465672"/>
              <a:ext cx="105011" cy="73082"/>
            </a:xfrm>
            <a:custGeom>
              <a:avLst/>
              <a:gdLst/>
              <a:ahLst/>
              <a:cxnLst/>
              <a:rect l="l" t="t" r="r" b="b"/>
              <a:pathLst>
                <a:path w="148" h="103" extrusionOk="0">
                  <a:moveTo>
                    <a:pt x="0" y="0"/>
                  </a:moveTo>
                  <a:lnTo>
                    <a:pt x="148" y="53"/>
                  </a:lnTo>
                  <a:lnTo>
                    <a:pt x="116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22"/>
          <p:cNvSpPr txBox="1">
            <a:spLocks noGrp="1"/>
          </p:cNvSpPr>
          <p:nvPr>
            <p:ph type="subTitle" idx="1"/>
          </p:nvPr>
        </p:nvSpPr>
        <p:spPr>
          <a:xfrm>
            <a:off x="4879862" y="2846575"/>
            <a:ext cx="3174300" cy="11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22"/>
          <p:cNvSpPr txBox="1">
            <a:spLocks noGrp="1"/>
          </p:cNvSpPr>
          <p:nvPr>
            <p:ph type="subTitle" idx="2"/>
          </p:nvPr>
        </p:nvSpPr>
        <p:spPr>
          <a:xfrm>
            <a:off x="1089836" y="2846575"/>
            <a:ext cx="3174300" cy="11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22"/>
          <p:cNvSpPr txBox="1">
            <a:spLocks noGrp="1"/>
          </p:cNvSpPr>
          <p:nvPr>
            <p:ph type="subTitle" idx="3"/>
          </p:nvPr>
        </p:nvSpPr>
        <p:spPr>
          <a:xfrm>
            <a:off x="1089836" y="2440075"/>
            <a:ext cx="317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592" name="Google Shape;592;p22"/>
          <p:cNvSpPr txBox="1">
            <a:spLocks noGrp="1"/>
          </p:cNvSpPr>
          <p:nvPr>
            <p:ph type="subTitle" idx="4"/>
          </p:nvPr>
        </p:nvSpPr>
        <p:spPr>
          <a:xfrm>
            <a:off x="4879862" y="2440075"/>
            <a:ext cx="3174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593" name="Google Shape;593;p22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594" name="Google Shape;594;p22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95" name="Google Shape;595;p22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96" name="Google Shape;596;p22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597" name="Google Shape;597;p22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598" name="Google Shape;598;p22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9" name="Google Shape;599;p22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0" name="Google Shape;600;p22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01" name="Google Shape;601;p22"/>
          <p:cNvGrpSpPr/>
          <p:nvPr/>
        </p:nvGrpSpPr>
        <p:grpSpPr>
          <a:xfrm>
            <a:off x="170800" y="257395"/>
            <a:ext cx="8846450" cy="4789277"/>
            <a:chOff x="170800" y="257395"/>
            <a:chExt cx="8846450" cy="4789277"/>
          </a:xfrm>
        </p:grpSpPr>
        <p:sp>
          <p:nvSpPr>
            <p:cNvPr id="602" name="Google Shape;602;p22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4" name="Google Shape;604;p22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5" name="Google Shape;605;p22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06" name="Google Shape;606;p22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607" name="Google Shape;607;p22"/>
          <p:cNvGrpSpPr/>
          <p:nvPr/>
        </p:nvGrpSpPr>
        <p:grpSpPr>
          <a:xfrm>
            <a:off x="-149867" y="2622855"/>
            <a:ext cx="1351211" cy="2436766"/>
            <a:chOff x="-149867" y="2622855"/>
            <a:chExt cx="1351211" cy="2436766"/>
          </a:xfrm>
        </p:grpSpPr>
        <p:sp>
          <p:nvSpPr>
            <p:cNvPr id="608" name="Google Shape;608;p22"/>
            <p:cNvSpPr/>
            <p:nvPr/>
          </p:nvSpPr>
          <p:spPr>
            <a:xfrm rot="-2133267">
              <a:off x="-60374" y="4024727"/>
              <a:ext cx="307302" cy="111942"/>
            </a:xfrm>
            <a:custGeom>
              <a:avLst/>
              <a:gdLst/>
              <a:ahLst/>
              <a:cxnLst/>
              <a:rect l="l" t="t" r="r" b="b"/>
              <a:pathLst>
                <a:path w="1142" h="416" extrusionOk="0">
                  <a:moveTo>
                    <a:pt x="1142" y="0"/>
                  </a:moveTo>
                  <a:lnTo>
                    <a:pt x="0" y="309"/>
                  </a:lnTo>
                  <a:lnTo>
                    <a:pt x="42" y="416"/>
                  </a:lnTo>
                  <a:lnTo>
                    <a:pt x="1119" y="403"/>
                  </a:lnTo>
                  <a:lnTo>
                    <a:pt x="1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2"/>
            <p:cNvSpPr/>
            <p:nvPr/>
          </p:nvSpPr>
          <p:spPr>
            <a:xfrm rot="-2133267">
              <a:off x="189223" y="3845570"/>
              <a:ext cx="254022" cy="253753"/>
            </a:xfrm>
            <a:custGeom>
              <a:avLst/>
              <a:gdLst/>
              <a:ahLst/>
              <a:cxnLst/>
              <a:rect l="l" t="t" r="r" b="b"/>
              <a:pathLst>
                <a:path w="944" h="943" extrusionOk="0">
                  <a:moveTo>
                    <a:pt x="941" y="528"/>
                  </a:moveTo>
                  <a:cubicBezTo>
                    <a:pt x="910" y="787"/>
                    <a:pt x="675" y="972"/>
                    <a:pt x="416" y="940"/>
                  </a:cubicBezTo>
                  <a:cubicBezTo>
                    <a:pt x="157" y="909"/>
                    <a:pt x="-27" y="675"/>
                    <a:pt x="4" y="416"/>
                  </a:cubicBezTo>
                  <a:cubicBezTo>
                    <a:pt x="35" y="157"/>
                    <a:pt x="270" y="-27"/>
                    <a:pt x="528" y="4"/>
                  </a:cubicBezTo>
                  <a:cubicBezTo>
                    <a:pt x="787" y="35"/>
                    <a:pt x="972" y="269"/>
                    <a:pt x="941" y="5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2"/>
            <p:cNvSpPr/>
            <p:nvPr/>
          </p:nvSpPr>
          <p:spPr>
            <a:xfrm rot="-2133267">
              <a:off x="255983" y="3912383"/>
              <a:ext cx="120284" cy="120284"/>
            </a:xfrm>
            <a:custGeom>
              <a:avLst/>
              <a:gdLst/>
              <a:ahLst/>
              <a:cxnLst/>
              <a:rect l="l" t="t" r="r" b="b"/>
              <a:pathLst>
                <a:path w="447" h="447" extrusionOk="0">
                  <a:moveTo>
                    <a:pt x="446" y="251"/>
                  </a:moveTo>
                  <a:cubicBezTo>
                    <a:pt x="431" y="373"/>
                    <a:pt x="320" y="461"/>
                    <a:pt x="198" y="446"/>
                  </a:cubicBezTo>
                  <a:cubicBezTo>
                    <a:pt x="75" y="431"/>
                    <a:pt x="-12" y="320"/>
                    <a:pt x="2" y="197"/>
                  </a:cubicBezTo>
                  <a:cubicBezTo>
                    <a:pt x="17" y="75"/>
                    <a:pt x="128" y="-13"/>
                    <a:pt x="251" y="2"/>
                  </a:cubicBezTo>
                  <a:cubicBezTo>
                    <a:pt x="373" y="17"/>
                    <a:pt x="461" y="128"/>
                    <a:pt x="446" y="2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2"/>
            <p:cNvSpPr/>
            <p:nvPr/>
          </p:nvSpPr>
          <p:spPr>
            <a:xfrm rot="-2133267">
              <a:off x="222275" y="3991649"/>
              <a:ext cx="314029" cy="126473"/>
            </a:xfrm>
            <a:custGeom>
              <a:avLst/>
              <a:gdLst/>
              <a:ahLst/>
              <a:cxnLst/>
              <a:rect l="l" t="t" r="r" b="b"/>
              <a:pathLst>
                <a:path w="1167" h="470" extrusionOk="0">
                  <a:moveTo>
                    <a:pt x="14" y="36"/>
                  </a:moveTo>
                  <a:lnTo>
                    <a:pt x="0" y="445"/>
                  </a:lnTo>
                  <a:lnTo>
                    <a:pt x="1167" y="470"/>
                  </a:lnTo>
                  <a:lnTo>
                    <a:pt x="1133" y="0"/>
                  </a:lnTo>
                  <a:lnTo>
                    <a:pt x="14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 rot="-2133267">
              <a:off x="360928" y="3995910"/>
              <a:ext cx="613796" cy="976262"/>
            </a:xfrm>
            <a:custGeom>
              <a:avLst/>
              <a:gdLst/>
              <a:ahLst/>
              <a:cxnLst/>
              <a:rect l="l" t="t" r="r" b="b"/>
              <a:pathLst>
                <a:path w="2281" h="3628" extrusionOk="0">
                  <a:moveTo>
                    <a:pt x="174" y="0"/>
                  </a:moveTo>
                  <a:lnTo>
                    <a:pt x="0" y="3370"/>
                  </a:lnTo>
                  <a:lnTo>
                    <a:pt x="1490" y="3628"/>
                  </a:lnTo>
                  <a:lnTo>
                    <a:pt x="2281" y="11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2"/>
            <p:cNvSpPr/>
            <p:nvPr/>
          </p:nvSpPr>
          <p:spPr>
            <a:xfrm rot="-2133267">
              <a:off x="-131602" y="3855162"/>
              <a:ext cx="404982" cy="192669"/>
            </a:xfrm>
            <a:custGeom>
              <a:avLst/>
              <a:gdLst/>
              <a:ahLst/>
              <a:cxnLst/>
              <a:rect l="l" t="t" r="r" b="b"/>
              <a:pathLst>
                <a:path w="1505" h="716" extrusionOk="0">
                  <a:moveTo>
                    <a:pt x="1505" y="484"/>
                  </a:moveTo>
                  <a:lnTo>
                    <a:pt x="73" y="0"/>
                  </a:lnTo>
                  <a:lnTo>
                    <a:pt x="0" y="66"/>
                  </a:lnTo>
                  <a:lnTo>
                    <a:pt x="1087" y="716"/>
                  </a:lnTo>
                  <a:lnTo>
                    <a:pt x="1505" y="4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2"/>
            <p:cNvSpPr/>
            <p:nvPr/>
          </p:nvSpPr>
          <p:spPr>
            <a:xfrm rot="-2133267">
              <a:off x="380344" y="4056464"/>
              <a:ext cx="405520" cy="976262"/>
            </a:xfrm>
            <a:custGeom>
              <a:avLst/>
              <a:gdLst/>
              <a:ahLst/>
              <a:cxnLst/>
              <a:rect l="l" t="t" r="r" b="b"/>
              <a:pathLst>
                <a:path w="1507" h="3628" extrusionOk="0">
                  <a:moveTo>
                    <a:pt x="1507" y="3549"/>
                  </a:moveTo>
                  <a:cubicBezTo>
                    <a:pt x="-158" y="3135"/>
                    <a:pt x="391" y="12"/>
                    <a:pt x="391" y="12"/>
                  </a:cubicBezTo>
                  <a:lnTo>
                    <a:pt x="174" y="0"/>
                  </a:lnTo>
                  <a:lnTo>
                    <a:pt x="0" y="3370"/>
                  </a:lnTo>
                  <a:lnTo>
                    <a:pt x="1490" y="3628"/>
                  </a:lnTo>
                  <a:lnTo>
                    <a:pt x="1507" y="3549"/>
                  </a:ln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2"/>
            <p:cNvSpPr/>
            <p:nvPr/>
          </p:nvSpPr>
          <p:spPr>
            <a:xfrm rot="-2133267">
              <a:off x="401549" y="4241054"/>
              <a:ext cx="550291" cy="590385"/>
            </a:xfrm>
            <a:custGeom>
              <a:avLst/>
              <a:gdLst/>
              <a:ahLst/>
              <a:cxnLst/>
              <a:rect l="l" t="t" r="r" b="b"/>
              <a:pathLst>
                <a:path w="2045" h="2194" extrusionOk="0">
                  <a:moveTo>
                    <a:pt x="1579" y="2194"/>
                  </a:moveTo>
                  <a:lnTo>
                    <a:pt x="2045" y="128"/>
                  </a:lnTo>
                  <a:lnTo>
                    <a:pt x="96" y="0"/>
                  </a:lnTo>
                  <a:lnTo>
                    <a:pt x="0" y="1845"/>
                  </a:lnTo>
                  <a:lnTo>
                    <a:pt x="1579" y="21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2"/>
            <p:cNvSpPr/>
            <p:nvPr/>
          </p:nvSpPr>
          <p:spPr>
            <a:xfrm rot="-2133267">
              <a:off x="420638" y="4357103"/>
              <a:ext cx="169258" cy="533876"/>
            </a:xfrm>
            <a:custGeom>
              <a:avLst/>
              <a:gdLst/>
              <a:ahLst/>
              <a:cxnLst/>
              <a:rect l="l" t="t" r="r" b="b"/>
              <a:pathLst>
                <a:path w="629" h="1984" extrusionOk="0">
                  <a:moveTo>
                    <a:pt x="629" y="1984"/>
                  </a:moveTo>
                  <a:cubicBezTo>
                    <a:pt x="309" y="1417"/>
                    <a:pt x="256" y="620"/>
                    <a:pt x="276" y="11"/>
                  </a:cubicBezTo>
                  <a:lnTo>
                    <a:pt x="96" y="0"/>
                  </a:lnTo>
                  <a:lnTo>
                    <a:pt x="63" y="636"/>
                  </a:lnTo>
                  <a:lnTo>
                    <a:pt x="0" y="1845"/>
                  </a:lnTo>
                  <a:lnTo>
                    <a:pt x="629" y="1984"/>
                  </a:lnTo>
                  <a:close/>
                </a:path>
              </a:pathLst>
            </a:custGeom>
            <a:solidFill>
              <a:srgbClr val="D6CDB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2"/>
            <p:cNvSpPr/>
            <p:nvPr/>
          </p:nvSpPr>
          <p:spPr>
            <a:xfrm rot="-2133267">
              <a:off x="673664" y="3984822"/>
              <a:ext cx="208276" cy="820727"/>
            </a:xfrm>
            <a:custGeom>
              <a:avLst/>
              <a:gdLst/>
              <a:ahLst/>
              <a:cxnLst/>
              <a:rect l="l" t="t" r="r" b="b"/>
              <a:pathLst>
                <a:path w="774" h="3050" extrusionOk="0">
                  <a:moveTo>
                    <a:pt x="125" y="0"/>
                  </a:moveTo>
                  <a:lnTo>
                    <a:pt x="774" y="17"/>
                  </a:lnTo>
                  <a:lnTo>
                    <a:pt x="157" y="3050"/>
                  </a:lnTo>
                  <a:cubicBezTo>
                    <a:pt x="157" y="3050"/>
                    <a:pt x="80" y="3021"/>
                    <a:pt x="0" y="2965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2"/>
            <p:cNvSpPr/>
            <p:nvPr/>
          </p:nvSpPr>
          <p:spPr>
            <a:xfrm rot="5400798" flipH="1">
              <a:off x="-197078" y="3117142"/>
              <a:ext cx="1124258" cy="707169"/>
            </a:xfrm>
            <a:custGeom>
              <a:avLst/>
              <a:gdLst/>
              <a:ahLst/>
              <a:cxnLst/>
              <a:rect l="l" t="t" r="r" b="b"/>
              <a:pathLst>
                <a:path w="4178" h="2628" extrusionOk="0">
                  <a:moveTo>
                    <a:pt x="2735" y="2628"/>
                  </a:moveTo>
                  <a:cubicBezTo>
                    <a:pt x="2277" y="2628"/>
                    <a:pt x="1931" y="2064"/>
                    <a:pt x="1569" y="1472"/>
                  </a:cubicBezTo>
                  <a:cubicBezTo>
                    <a:pt x="1491" y="1346"/>
                    <a:pt x="1411" y="1215"/>
                    <a:pt x="1329" y="1088"/>
                  </a:cubicBezTo>
                  <a:cubicBezTo>
                    <a:pt x="940" y="486"/>
                    <a:pt x="83" y="869"/>
                    <a:pt x="75" y="873"/>
                  </a:cubicBezTo>
                  <a:cubicBezTo>
                    <a:pt x="48" y="885"/>
                    <a:pt x="17" y="874"/>
                    <a:pt x="5" y="847"/>
                  </a:cubicBezTo>
                  <a:cubicBezTo>
                    <a:pt x="-8" y="820"/>
                    <a:pt x="4" y="789"/>
                    <a:pt x="31" y="777"/>
                  </a:cubicBezTo>
                  <a:cubicBezTo>
                    <a:pt x="40" y="773"/>
                    <a:pt x="980" y="352"/>
                    <a:pt x="1418" y="1031"/>
                  </a:cubicBezTo>
                  <a:cubicBezTo>
                    <a:pt x="1501" y="1159"/>
                    <a:pt x="1581" y="1290"/>
                    <a:pt x="1659" y="1417"/>
                  </a:cubicBezTo>
                  <a:cubicBezTo>
                    <a:pt x="2082" y="2107"/>
                    <a:pt x="2447" y="2703"/>
                    <a:pt x="2962" y="2469"/>
                  </a:cubicBezTo>
                  <a:cubicBezTo>
                    <a:pt x="3280" y="2324"/>
                    <a:pt x="3286" y="1770"/>
                    <a:pt x="3292" y="1234"/>
                  </a:cubicBezTo>
                  <a:cubicBezTo>
                    <a:pt x="3298" y="726"/>
                    <a:pt x="3303" y="246"/>
                    <a:pt x="3566" y="68"/>
                  </a:cubicBezTo>
                  <a:cubicBezTo>
                    <a:pt x="3705" y="-25"/>
                    <a:pt x="3894" y="-23"/>
                    <a:pt x="4144" y="75"/>
                  </a:cubicBezTo>
                  <a:cubicBezTo>
                    <a:pt x="4172" y="85"/>
                    <a:pt x="4185" y="116"/>
                    <a:pt x="4175" y="143"/>
                  </a:cubicBezTo>
                  <a:cubicBezTo>
                    <a:pt x="4164" y="170"/>
                    <a:pt x="4133" y="184"/>
                    <a:pt x="4106" y="173"/>
                  </a:cubicBezTo>
                  <a:cubicBezTo>
                    <a:pt x="3890" y="89"/>
                    <a:pt x="3733" y="83"/>
                    <a:pt x="3626" y="156"/>
                  </a:cubicBezTo>
                  <a:cubicBezTo>
                    <a:pt x="3409" y="302"/>
                    <a:pt x="3403" y="776"/>
                    <a:pt x="3398" y="1235"/>
                  </a:cubicBezTo>
                  <a:cubicBezTo>
                    <a:pt x="3392" y="1804"/>
                    <a:pt x="3385" y="2392"/>
                    <a:pt x="3006" y="2565"/>
                  </a:cubicBezTo>
                  <a:cubicBezTo>
                    <a:pt x="2911" y="2608"/>
                    <a:pt x="2821" y="2628"/>
                    <a:pt x="2735" y="26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2"/>
            <p:cNvSpPr/>
            <p:nvPr/>
          </p:nvSpPr>
          <p:spPr>
            <a:xfrm rot="5400798" flipH="1">
              <a:off x="462349" y="2690418"/>
              <a:ext cx="320486" cy="185403"/>
            </a:xfrm>
            <a:custGeom>
              <a:avLst/>
              <a:gdLst/>
              <a:ahLst/>
              <a:cxnLst/>
              <a:rect l="l" t="t" r="r" b="b"/>
              <a:pathLst>
                <a:path w="1191" h="689" extrusionOk="0">
                  <a:moveTo>
                    <a:pt x="80" y="0"/>
                  </a:moveTo>
                  <a:lnTo>
                    <a:pt x="0" y="170"/>
                  </a:lnTo>
                  <a:lnTo>
                    <a:pt x="580" y="689"/>
                  </a:lnTo>
                  <a:lnTo>
                    <a:pt x="1191" y="9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2"/>
            <p:cNvSpPr/>
            <p:nvPr/>
          </p:nvSpPr>
          <p:spPr>
            <a:xfrm rot="5400798" flipH="1">
              <a:off x="530413" y="2758498"/>
              <a:ext cx="184327" cy="185403"/>
            </a:xfrm>
            <a:custGeom>
              <a:avLst/>
              <a:gdLst/>
              <a:ahLst/>
              <a:cxnLst/>
              <a:rect l="l" t="t" r="r" b="b"/>
              <a:pathLst>
                <a:path w="685" h="689" extrusionOk="0">
                  <a:moveTo>
                    <a:pt x="205" y="11"/>
                  </a:moveTo>
                  <a:lnTo>
                    <a:pt x="80" y="0"/>
                  </a:lnTo>
                  <a:lnTo>
                    <a:pt x="0" y="170"/>
                  </a:lnTo>
                  <a:lnTo>
                    <a:pt x="580" y="689"/>
                  </a:lnTo>
                  <a:lnTo>
                    <a:pt x="685" y="587"/>
                  </a:lnTo>
                  <a:cubicBezTo>
                    <a:pt x="253" y="358"/>
                    <a:pt x="204" y="113"/>
                    <a:pt x="205" y="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2"/>
            <p:cNvSpPr/>
            <p:nvPr/>
          </p:nvSpPr>
          <p:spPr>
            <a:xfrm rot="5400798" flipH="1">
              <a:off x="661711" y="2892520"/>
              <a:ext cx="52742" cy="74807"/>
            </a:xfrm>
            <a:custGeom>
              <a:avLst/>
              <a:gdLst/>
              <a:ahLst/>
              <a:cxnLst/>
              <a:rect l="l" t="t" r="r" b="b"/>
              <a:pathLst>
                <a:path w="196" h="278" extrusionOk="0">
                  <a:moveTo>
                    <a:pt x="75" y="0"/>
                  </a:moveTo>
                  <a:lnTo>
                    <a:pt x="0" y="216"/>
                  </a:lnTo>
                  <a:lnTo>
                    <a:pt x="99" y="278"/>
                  </a:lnTo>
                  <a:lnTo>
                    <a:pt x="196" y="3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2"/>
            <p:cNvSpPr/>
            <p:nvPr/>
          </p:nvSpPr>
          <p:spPr>
            <a:xfrm rot="5400798" flipH="1">
              <a:off x="650772" y="3057610"/>
              <a:ext cx="91491" cy="101447"/>
            </a:xfrm>
            <a:custGeom>
              <a:avLst/>
              <a:gdLst/>
              <a:ahLst/>
              <a:cxnLst/>
              <a:rect l="l" t="t" r="r" b="b"/>
              <a:pathLst>
                <a:path w="340" h="377" extrusionOk="0">
                  <a:moveTo>
                    <a:pt x="18" y="377"/>
                  </a:moveTo>
                  <a:cubicBezTo>
                    <a:pt x="17" y="377"/>
                    <a:pt x="16" y="377"/>
                    <a:pt x="15" y="376"/>
                  </a:cubicBezTo>
                  <a:cubicBezTo>
                    <a:pt x="5" y="374"/>
                    <a:pt x="-1" y="365"/>
                    <a:pt x="1" y="356"/>
                  </a:cubicBezTo>
                  <a:cubicBezTo>
                    <a:pt x="62" y="53"/>
                    <a:pt x="317" y="1"/>
                    <a:pt x="320" y="1"/>
                  </a:cubicBezTo>
                  <a:cubicBezTo>
                    <a:pt x="329" y="-1"/>
                    <a:pt x="338" y="5"/>
                    <a:pt x="340" y="15"/>
                  </a:cubicBezTo>
                  <a:cubicBezTo>
                    <a:pt x="342" y="24"/>
                    <a:pt x="336" y="34"/>
                    <a:pt x="326" y="35"/>
                  </a:cubicBezTo>
                  <a:cubicBezTo>
                    <a:pt x="317" y="37"/>
                    <a:pt x="92" y="84"/>
                    <a:pt x="36" y="363"/>
                  </a:cubicBezTo>
                  <a:cubicBezTo>
                    <a:pt x="34" y="371"/>
                    <a:pt x="26" y="377"/>
                    <a:pt x="18" y="3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22"/>
          <p:cNvGrpSpPr/>
          <p:nvPr/>
        </p:nvGrpSpPr>
        <p:grpSpPr>
          <a:xfrm rot="10800000" flipH="1">
            <a:off x="8645133" y="1073236"/>
            <a:ext cx="313908" cy="360166"/>
            <a:chOff x="170800" y="1669074"/>
            <a:chExt cx="459400" cy="527098"/>
          </a:xfrm>
        </p:grpSpPr>
        <p:sp>
          <p:nvSpPr>
            <p:cNvPr id="624" name="Google Shape;624;p22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25" name="Google Shape;625;p22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23"/>
          <p:cNvSpPr txBox="1">
            <a:spLocks noGrp="1"/>
          </p:cNvSpPr>
          <p:nvPr>
            <p:ph type="subTitle" idx="1"/>
          </p:nvPr>
        </p:nvSpPr>
        <p:spPr>
          <a:xfrm>
            <a:off x="4832752" y="1796625"/>
            <a:ext cx="3262800" cy="21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23"/>
          <p:cNvSpPr txBox="1">
            <a:spLocks noGrp="1"/>
          </p:cNvSpPr>
          <p:nvPr>
            <p:ph type="subTitle" idx="2"/>
          </p:nvPr>
        </p:nvSpPr>
        <p:spPr>
          <a:xfrm>
            <a:off x="1048500" y="1796625"/>
            <a:ext cx="3262800" cy="21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30" name="Google Shape;630;p23"/>
          <p:cNvGrpSpPr/>
          <p:nvPr/>
        </p:nvGrpSpPr>
        <p:grpSpPr>
          <a:xfrm>
            <a:off x="-491157" y="-306950"/>
            <a:ext cx="9828785" cy="5653505"/>
            <a:chOff x="-491157" y="-306950"/>
            <a:chExt cx="9828785" cy="5653505"/>
          </a:xfrm>
        </p:grpSpPr>
        <p:sp>
          <p:nvSpPr>
            <p:cNvPr id="631" name="Google Shape;631;p23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32" name="Google Shape;632;p23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33" name="Google Shape;633;p23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634" name="Google Shape;634;p23"/>
            <p:cNvGrpSpPr/>
            <p:nvPr/>
          </p:nvGrpSpPr>
          <p:grpSpPr>
            <a:xfrm flipH="1">
              <a:off x="7067882" y="2597475"/>
              <a:ext cx="2269745" cy="2623547"/>
              <a:chOff x="-175889" y="2597475"/>
              <a:chExt cx="2269745" cy="2623547"/>
            </a:xfrm>
          </p:grpSpPr>
          <p:sp>
            <p:nvSpPr>
              <p:cNvPr id="635" name="Google Shape;635;p23"/>
              <p:cNvSpPr/>
              <p:nvPr/>
            </p:nvSpPr>
            <p:spPr>
              <a:xfrm rot="243047">
                <a:off x="-134095" y="2622417"/>
                <a:ext cx="748975" cy="1209771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6" name="Google Shape;636;p23"/>
              <p:cNvSpPr/>
              <p:nvPr/>
            </p:nvSpPr>
            <p:spPr>
              <a:xfrm rot="204329">
                <a:off x="1104973" y="47663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37" name="Google Shape;637;p23"/>
          <p:cNvGrpSpPr/>
          <p:nvPr/>
        </p:nvGrpSpPr>
        <p:grpSpPr>
          <a:xfrm>
            <a:off x="159766" y="1005342"/>
            <a:ext cx="9122032" cy="4054279"/>
            <a:chOff x="159766" y="1005342"/>
            <a:chExt cx="9122032" cy="4054279"/>
          </a:xfrm>
        </p:grpSpPr>
        <p:grpSp>
          <p:nvGrpSpPr>
            <p:cNvPr id="638" name="Google Shape;638;p23"/>
            <p:cNvGrpSpPr/>
            <p:nvPr/>
          </p:nvGrpSpPr>
          <p:grpSpPr>
            <a:xfrm flipH="1">
              <a:off x="159766" y="1005342"/>
              <a:ext cx="548399" cy="572695"/>
              <a:chOff x="8424012" y="933664"/>
              <a:chExt cx="680396" cy="710540"/>
            </a:xfrm>
          </p:grpSpPr>
          <p:sp>
            <p:nvSpPr>
              <p:cNvPr id="639" name="Google Shape;639;p23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23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645" name="Google Shape;645;p23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23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23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23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23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23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23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23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23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23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3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0" name="Google Shape;660;p23"/>
          <p:cNvGrpSpPr/>
          <p:nvPr/>
        </p:nvGrpSpPr>
        <p:grpSpPr>
          <a:xfrm>
            <a:off x="253100" y="690398"/>
            <a:ext cx="8764150" cy="4356275"/>
            <a:chOff x="253100" y="690398"/>
            <a:chExt cx="8764150" cy="4356275"/>
          </a:xfrm>
        </p:grpSpPr>
        <p:sp>
          <p:nvSpPr>
            <p:cNvPr id="661" name="Google Shape;661;p23"/>
            <p:cNvSpPr/>
            <p:nvPr/>
          </p:nvSpPr>
          <p:spPr>
            <a:xfrm>
              <a:off x="529625" y="6903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8502300" y="73263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8640150" y="82922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4"/>
          <p:cNvGrpSpPr/>
          <p:nvPr/>
        </p:nvGrpSpPr>
        <p:grpSpPr>
          <a:xfrm>
            <a:off x="8423760" y="1005342"/>
            <a:ext cx="548399" cy="572695"/>
            <a:chOff x="8424012" y="933664"/>
            <a:chExt cx="680396" cy="710540"/>
          </a:xfrm>
        </p:grpSpPr>
        <p:sp>
          <p:nvSpPr>
            <p:cNvPr id="668" name="Google Shape;668;p24"/>
            <p:cNvSpPr/>
            <p:nvPr/>
          </p:nvSpPr>
          <p:spPr>
            <a:xfrm>
              <a:off x="8424012" y="963918"/>
              <a:ext cx="680396" cy="680286"/>
            </a:xfrm>
            <a:custGeom>
              <a:avLst/>
              <a:gdLst/>
              <a:ahLst/>
              <a:cxnLst/>
              <a:rect l="l" t="t" r="r" b="b"/>
              <a:pathLst>
                <a:path w="6207" h="6206" extrusionOk="0">
                  <a:moveTo>
                    <a:pt x="3104" y="439"/>
                  </a:moveTo>
                  <a:cubicBezTo>
                    <a:pt x="1908" y="439"/>
                    <a:pt x="818" y="1252"/>
                    <a:pt x="518" y="2462"/>
                  </a:cubicBezTo>
                  <a:cubicBezTo>
                    <a:pt x="165" y="3888"/>
                    <a:pt x="1038" y="5335"/>
                    <a:pt x="2463" y="5688"/>
                  </a:cubicBezTo>
                  <a:cubicBezTo>
                    <a:pt x="3889" y="6041"/>
                    <a:pt x="5336" y="5168"/>
                    <a:pt x="5689" y="3742"/>
                  </a:cubicBezTo>
                  <a:cubicBezTo>
                    <a:pt x="6042" y="2317"/>
                    <a:pt x="5169" y="870"/>
                    <a:pt x="3743" y="518"/>
                  </a:cubicBezTo>
                  <a:cubicBezTo>
                    <a:pt x="3529" y="465"/>
                    <a:pt x="3315" y="439"/>
                    <a:pt x="3104" y="439"/>
                  </a:cubicBezTo>
                  <a:moveTo>
                    <a:pt x="3103" y="6206"/>
                  </a:moveTo>
                  <a:cubicBezTo>
                    <a:pt x="2857" y="6206"/>
                    <a:pt x="2607" y="6176"/>
                    <a:pt x="2358" y="6115"/>
                  </a:cubicBezTo>
                  <a:cubicBezTo>
                    <a:pt x="697" y="5704"/>
                    <a:pt x="-319" y="4018"/>
                    <a:pt x="91" y="2357"/>
                  </a:cubicBezTo>
                  <a:cubicBezTo>
                    <a:pt x="502" y="697"/>
                    <a:pt x="2188" y="-320"/>
                    <a:pt x="3849" y="91"/>
                  </a:cubicBezTo>
                  <a:cubicBezTo>
                    <a:pt x="5510" y="502"/>
                    <a:pt x="6527" y="2188"/>
                    <a:pt x="6116" y="3848"/>
                  </a:cubicBezTo>
                  <a:cubicBezTo>
                    <a:pt x="5766" y="5260"/>
                    <a:pt x="4496" y="6206"/>
                    <a:pt x="3103" y="62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8562021" y="933664"/>
              <a:ext cx="414683" cy="596319"/>
            </a:xfrm>
            <a:custGeom>
              <a:avLst/>
              <a:gdLst/>
              <a:ahLst/>
              <a:cxnLst/>
              <a:rect l="l" t="t" r="r" b="b"/>
              <a:pathLst>
                <a:path w="3783" h="5440" extrusionOk="0">
                  <a:moveTo>
                    <a:pt x="3612" y="1969"/>
                  </a:moveTo>
                  <a:cubicBezTo>
                    <a:pt x="3159" y="377"/>
                    <a:pt x="2322" y="0"/>
                    <a:pt x="2322" y="0"/>
                  </a:cubicBezTo>
                  <a:cubicBezTo>
                    <a:pt x="2261" y="1053"/>
                    <a:pt x="2010" y="1453"/>
                    <a:pt x="2010" y="1453"/>
                  </a:cubicBezTo>
                  <a:cubicBezTo>
                    <a:pt x="1839" y="1082"/>
                    <a:pt x="1572" y="874"/>
                    <a:pt x="1572" y="874"/>
                  </a:cubicBezTo>
                  <a:cubicBezTo>
                    <a:pt x="1431" y="1346"/>
                    <a:pt x="872" y="1976"/>
                    <a:pt x="599" y="2262"/>
                  </a:cubicBezTo>
                  <a:cubicBezTo>
                    <a:pt x="546" y="2310"/>
                    <a:pt x="497" y="2361"/>
                    <a:pt x="450" y="2415"/>
                  </a:cubicBezTo>
                  <a:cubicBezTo>
                    <a:pt x="449" y="2416"/>
                    <a:pt x="448" y="2417"/>
                    <a:pt x="448" y="2417"/>
                  </a:cubicBezTo>
                  <a:lnTo>
                    <a:pt x="448" y="2417"/>
                  </a:lnTo>
                  <a:cubicBezTo>
                    <a:pt x="264" y="2627"/>
                    <a:pt x="126" y="2884"/>
                    <a:pt x="54" y="3175"/>
                  </a:cubicBezTo>
                  <a:cubicBezTo>
                    <a:pt x="-189" y="4154"/>
                    <a:pt x="408" y="5143"/>
                    <a:pt x="1387" y="5386"/>
                  </a:cubicBezTo>
                  <a:cubicBezTo>
                    <a:pt x="2112" y="5565"/>
                    <a:pt x="2843" y="5284"/>
                    <a:pt x="3272" y="4728"/>
                  </a:cubicBezTo>
                  <a:lnTo>
                    <a:pt x="3272" y="4728"/>
                  </a:lnTo>
                  <a:cubicBezTo>
                    <a:pt x="3272" y="4728"/>
                    <a:pt x="4141" y="3831"/>
                    <a:pt x="3612" y="1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8634478" y="1140509"/>
              <a:ext cx="240720" cy="331264"/>
            </a:xfrm>
            <a:custGeom>
              <a:avLst/>
              <a:gdLst/>
              <a:ahLst/>
              <a:cxnLst/>
              <a:rect l="l" t="t" r="r" b="b"/>
              <a:pathLst>
                <a:path w="2196" h="3022" extrusionOk="0">
                  <a:moveTo>
                    <a:pt x="2172" y="1210"/>
                  </a:moveTo>
                  <a:cubicBezTo>
                    <a:pt x="2050" y="281"/>
                    <a:pt x="1611" y="0"/>
                    <a:pt x="1611" y="0"/>
                  </a:cubicBezTo>
                  <a:cubicBezTo>
                    <a:pt x="1490" y="585"/>
                    <a:pt x="1316" y="788"/>
                    <a:pt x="1316" y="788"/>
                  </a:cubicBezTo>
                  <a:cubicBezTo>
                    <a:pt x="1251" y="567"/>
                    <a:pt x="1118" y="429"/>
                    <a:pt x="1118" y="429"/>
                  </a:cubicBezTo>
                  <a:cubicBezTo>
                    <a:pt x="1000" y="681"/>
                    <a:pt x="634" y="988"/>
                    <a:pt x="458" y="1126"/>
                  </a:cubicBezTo>
                  <a:cubicBezTo>
                    <a:pt x="424" y="1149"/>
                    <a:pt x="392" y="1173"/>
                    <a:pt x="362" y="1200"/>
                  </a:cubicBezTo>
                  <a:cubicBezTo>
                    <a:pt x="361" y="1200"/>
                    <a:pt x="360" y="1200"/>
                    <a:pt x="360" y="1200"/>
                  </a:cubicBezTo>
                  <a:lnTo>
                    <a:pt x="361" y="1201"/>
                  </a:lnTo>
                  <a:cubicBezTo>
                    <a:pt x="240" y="1304"/>
                    <a:pt x="141" y="1437"/>
                    <a:pt x="77" y="1594"/>
                  </a:cubicBezTo>
                  <a:cubicBezTo>
                    <a:pt x="-140" y="2123"/>
                    <a:pt x="114" y="2728"/>
                    <a:pt x="643" y="2944"/>
                  </a:cubicBezTo>
                  <a:cubicBezTo>
                    <a:pt x="1035" y="3105"/>
                    <a:pt x="1468" y="3007"/>
                    <a:pt x="1754" y="2731"/>
                  </a:cubicBezTo>
                  <a:lnTo>
                    <a:pt x="1754" y="2731"/>
                  </a:lnTo>
                  <a:cubicBezTo>
                    <a:pt x="1754" y="2731"/>
                    <a:pt x="2316" y="2299"/>
                    <a:pt x="2172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8622859" y="1155636"/>
              <a:ext cx="257272" cy="360532"/>
            </a:xfrm>
            <a:custGeom>
              <a:avLst/>
              <a:gdLst/>
              <a:ahLst/>
              <a:cxnLst/>
              <a:rect l="l" t="t" r="r" b="b"/>
              <a:pathLst>
                <a:path w="2347" h="3289" extrusionOk="0">
                  <a:moveTo>
                    <a:pt x="44" y="237"/>
                  </a:moveTo>
                  <a:cubicBezTo>
                    <a:pt x="29" y="251"/>
                    <a:pt x="15" y="266"/>
                    <a:pt x="0" y="280"/>
                  </a:cubicBezTo>
                  <a:lnTo>
                    <a:pt x="1932" y="3289"/>
                  </a:lnTo>
                  <a:cubicBezTo>
                    <a:pt x="2080" y="3231"/>
                    <a:pt x="2219" y="3156"/>
                    <a:pt x="2347" y="3062"/>
                  </a:cubicBezTo>
                  <a:lnTo>
                    <a:pt x="261" y="0"/>
                  </a:lnTo>
                  <a:cubicBezTo>
                    <a:pt x="180" y="92"/>
                    <a:pt x="105" y="174"/>
                    <a:pt x="44" y="237"/>
                  </a:cubicBezTo>
                  <a:close/>
                </a:path>
              </a:pathLst>
            </a:custGeom>
            <a:solidFill>
              <a:srgbClr val="F8F8F8">
                <a:alpha val="3341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8579669" y="1030236"/>
              <a:ext cx="370726" cy="546553"/>
            </a:xfrm>
            <a:custGeom>
              <a:avLst/>
              <a:gdLst/>
              <a:ahLst/>
              <a:cxnLst/>
              <a:rect l="l" t="t" r="r" b="b"/>
              <a:pathLst>
                <a:path w="3382" h="4986" extrusionOk="0">
                  <a:moveTo>
                    <a:pt x="3145" y="4986"/>
                  </a:moveTo>
                  <a:lnTo>
                    <a:pt x="0" y="154"/>
                  </a:lnTo>
                  <a:lnTo>
                    <a:pt x="236" y="0"/>
                  </a:lnTo>
                  <a:lnTo>
                    <a:pt x="3382" y="4832"/>
                  </a:lnTo>
                  <a:lnTo>
                    <a:pt x="3145" y="49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74539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55234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5936061" y="2986699"/>
            <a:ext cx="20334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1174539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3555234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5936061" y="2626600"/>
            <a:ext cx="2033400" cy="51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680" name="Google Shape;680;p24"/>
          <p:cNvSpPr/>
          <p:nvPr/>
        </p:nvSpPr>
        <p:spPr>
          <a:xfrm rot="1527075" flipH="1">
            <a:off x="33814" y="3557223"/>
            <a:ext cx="643680" cy="657360"/>
          </a:xfrm>
          <a:custGeom>
            <a:avLst/>
            <a:gdLst/>
            <a:ahLst/>
            <a:cxnLst/>
            <a:rect l="l" t="t" r="r" b="b"/>
            <a:pathLst>
              <a:path w="1788" h="1826" extrusionOk="0">
                <a:moveTo>
                  <a:pt x="1423" y="804"/>
                </a:moveTo>
                <a:cubicBezTo>
                  <a:pt x="1423" y="804"/>
                  <a:pt x="1882" y="601"/>
                  <a:pt x="1715" y="328"/>
                </a:cubicBezTo>
                <a:cubicBezTo>
                  <a:pt x="1547" y="55"/>
                  <a:pt x="1141" y="344"/>
                  <a:pt x="1141" y="344"/>
                </a:cubicBezTo>
                <a:cubicBezTo>
                  <a:pt x="1141" y="344"/>
                  <a:pt x="1310" y="52"/>
                  <a:pt x="1211" y="5"/>
                </a:cubicBezTo>
                <a:cubicBezTo>
                  <a:pt x="1111" y="-43"/>
                  <a:pt x="1039" y="259"/>
                  <a:pt x="1039" y="259"/>
                </a:cubicBezTo>
                <a:cubicBezTo>
                  <a:pt x="1039" y="259"/>
                  <a:pt x="779" y="-37"/>
                  <a:pt x="505" y="33"/>
                </a:cubicBezTo>
                <a:cubicBezTo>
                  <a:pt x="231" y="102"/>
                  <a:pt x="354" y="738"/>
                  <a:pt x="354" y="738"/>
                </a:cubicBezTo>
                <a:cubicBezTo>
                  <a:pt x="354" y="738"/>
                  <a:pt x="106" y="495"/>
                  <a:pt x="81" y="599"/>
                </a:cubicBezTo>
                <a:cubicBezTo>
                  <a:pt x="56" y="704"/>
                  <a:pt x="346" y="951"/>
                  <a:pt x="346" y="951"/>
                </a:cubicBezTo>
                <a:cubicBezTo>
                  <a:pt x="346" y="951"/>
                  <a:pt x="-122" y="961"/>
                  <a:pt x="31" y="1322"/>
                </a:cubicBezTo>
                <a:cubicBezTo>
                  <a:pt x="183" y="1684"/>
                  <a:pt x="696" y="1409"/>
                  <a:pt x="696" y="1409"/>
                </a:cubicBezTo>
                <a:cubicBezTo>
                  <a:pt x="696" y="1409"/>
                  <a:pt x="589" y="1652"/>
                  <a:pt x="746" y="1763"/>
                </a:cubicBezTo>
                <a:cubicBezTo>
                  <a:pt x="904" y="1874"/>
                  <a:pt x="950" y="1500"/>
                  <a:pt x="950" y="1500"/>
                </a:cubicBezTo>
                <a:cubicBezTo>
                  <a:pt x="950" y="1500"/>
                  <a:pt x="1065" y="1914"/>
                  <a:pt x="1234" y="1810"/>
                </a:cubicBezTo>
                <a:cubicBezTo>
                  <a:pt x="1403" y="1706"/>
                  <a:pt x="1240" y="1342"/>
                  <a:pt x="1240" y="1342"/>
                </a:cubicBezTo>
                <a:cubicBezTo>
                  <a:pt x="1240" y="1342"/>
                  <a:pt x="1696" y="1526"/>
                  <a:pt x="1778" y="1239"/>
                </a:cubicBezTo>
                <a:cubicBezTo>
                  <a:pt x="1860" y="951"/>
                  <a:pt x="1423" y="804"/>
                  <a:pt x="1423" y="8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1" name="Google Shape;681;p24"/>
          <p:cNvGrpSpPr/>
          <p:nvPr/>
        </p:nvGrpSpPr>
        <p:grpSpPr>
          <a:xfrm flipH="1">
            <a:off x="-513389" y="-306950"/>
            <a:ext cx="9824322" cy="5702072"/>
            <a:chOff x="-171426" y="-306950"/>
            <a:chExt cx="9824322" cy="5702072"/>
          </a:xfrm>
        </p:grpSpPr>
        <p:sp>
          <p:nvSpPr>
            <p:cNvPr id="682" name="Google Shape;682;p24"/>
            <p:cNvSpPr/>
            <p:nvPr/>
          </p:nvSpPr>
          <p:spPr>
            <a:xfrm rot="10800000" flipH="1">
              <a:off x="7659000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83" name="Google Shape;683;p24"/>
            <p:cNvSpPr/>
            <p:nvPr/>
          </p:nvSpPr>
          <p:spPr>
            <a:xfrm rot="1384061" flipH="1">
              <a:off x="8376935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84" name="Google Shape;684;p24"/>
            <p:cNvSpPr/>
            <p:nvPr/>
          </p:nvSpPr>
          <p:spPr>
            <a:xfrm rot="4500015" flipH="1">
              <a:off x="163612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685" name="Google Shape;685;p24"/>
            <p:cNvGrpSpPr/>
            <p:nvPr/>
          </p:nvGrpSpPr>
          <p:grpSpPr>
            <a:xfrm>
              <a:off x="-171426" y="2597484"/>
              <a:ext cx="3468444" cy="2797638"/>
              <a:chOff x="-171426" y="2597484"/>
              <a:chExt cx="3468444" cy="2797638"/>
            </a:xfrm>
          </p:grpSpPr>
          <p:sp>
            <p:nvSpPr>
              <p:cNvPr id="686" name="Google Shape;686;p24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7" name="Google Shape;687;p24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8" name="Google Shape;688;p24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89" name="Google Shape;689;p24"/>
          <p:cNvGrpSpPr/>
          <p:nvPr/>
        </p:nvGrpSpPr>
        <p:grpSpPr>
          <a:xfrm rot="10800000" flipH="1">
            <a:off x="285333" y="1017736"/>
            <a:ext cx="313908" cy="360166"/>
            <a:chOff x="170800" y="1669074"/>
            <a:chExt cx="459400" cy="527098"/>
          </a:xfrm>
        </p:grpSpPr>
        <p:sp>
          <p:nvSpPr>
            <p:cNvPr id="690" name="Google Shape;690;p24"/>
            <p:cNvSpPr/>
            <p:nvPr/>
          </p:nvSpPr>
          <p:spPr>
            <a:xfrm flipH="1">
              <a:off x="170800" y="21049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91" name="Google Shape;691;p24"/>
            <p:cNvSpPr/>
            <p:nvPr/>
          </p:nvSpPr>
          <p:spPr>
            <a:xfrm flipH="1">
              <a:off x="253100" y="166907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692" name="Google Shape;692;p24"/>
          <p:cNvGrpSpPr/>
          <p:nvPr/>
        </p:nvGrpSpPr>
        <p:grpSpPr>
          <a:xfrm>
            <a:off x="8696300" y="4725720"/>
            <a:ext cx="320950" cy="320952"/>
            <a:chOff x="8696300" y="4725720"/>
            <a:chExt cx="320950" cy="320952"/>
          </a:xfrm>
        </p:grpSpPr>
        <p:sp>
          <p:nvSpPr>
            <p:cNvPr id="693" name="Google Shape;693;p24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694" name="Google Shape;694;p24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25"/>
          <p:cNvSpPr txBox="1">
            <a:spLocks noGrp="1"/>
          </p:cNvSpPr>
          <p:nvPr>
            <p:ph type="subTitle" idx="1"/>
          </p:nvPr>
        </p:nvSpPr>
        <p:spPr>
          <a:xfrm>
            <a:off x="814575" y="19272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25"/>
          <p:cNvSpPr txBox="1">
            <a:spLocks noGrp="1"/>
          </p:cNvSpPr>
          <p:nvPr>
            <p:ph type="subTitle" idx="2"/>
          </p:nvPr>
        </p:nvSpPr>
        <p:spPr>
          <a:xfrm>
            <a:off x="4643202" y="19272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25"/>
          <p:cNvSpPr txBox="1">
            <a:spLocks noGrp="1"/>
          </p:cNvSpPr>
          <p:nvPr>
            <p:ph type="subTitle" idx="3"/>
          </p:nvPr>
        </p:nvSpPr>
        <p:spPr>
          <a:xfrm>
            <a:off x="814575" y="33474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25"/>
          <p:cNvSpPr txBox="1">
            <a:spLocks noGrp="1"/>
          </p:cNvSpPr>
          <p:nvPr>
            <p:ph type="subTitle" idx="4"/>
          </p:nvPr>
        </p:nvSpPr>
        <p:spPr>
          <a:xfrm>
            <a:off x="4643202" y="3347475"/>
            <a:ext cx="36984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25"/>
          <p:cNvSpPr txBox="1">
            <a:spLocks noGrp="1"/>
          </p:cNvSpPr>
          <p:nvPr>
            <p:ph type="subTitle" idx="5"/>
          </p:nvPr>
        </p:nvSpPr>
        <p:spPr>
          <a:xfrm>
            <a:off x="814575" y="15740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2" name="Google Shape;702;p25"/>
          <p:cNvSpPr txBox="1">
            <a:spLocks noGrp="1"/>
          </p:cNvSpPr>
          <p:nvPr>
            <p:ph type="subTitle" idx="6"/>
          </p:nvPr>
        </p:nvSpPr>
        <p:spPr>
          <a:xfrm>
            <a:off x="814575" y="29943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3" name="Google Shape;703;p25"/>
          <p:cNvSpPr txBox="1">
            <a:spLocks noGrp="1"/>
          </p:cNvSpPr>
          <p:nvPr>
            <p:ph type="subTitle" idx="7"/>
          </p:nvPr>
        </p:nvSpPr>
        <p:spPr>
          <a:xfrm>
            <a:off x="4643198" y="15740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4" name="Google Shape;704;p25"/>
          <p:cNvSpPr txBox="1">
            <a:spLocks noGrp="1"/>
          </p:cNvSpPr>
          <p:nvPr>
            <p:ph type="subTitle" idx="8"/>
          </p:nvPr>
        </p:nvSpPr>
        <p:spPr>
          <a:xfrm>
            <a:off x="4643198" y="2994375"/>
            <a:ext cx="3698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705" name="Google Shape;705;p25"/>
          <p:cNvGrpSpPr/>
          <p:nvPr/>
        </p:nvGrpSpPr>
        <p:grpSpPr>
          <a:xfrm>
            <a:off x="-491157" y="-306950"/>
            <a:ext cx="9828785" cy="5653505"/>
            <a:chOff x="-491157" y="-306950"/>
            <a:chExt cx="9828785" cy="5653505"/>
          </a:xfrm>
        </p:grpSpPr>
        <p:sp>
          <p:nvSpPr>
            <p:cNvPr id="706" name="Google Shape;706;p25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7" name="Google Shape;707;p25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08" name="Google Shape;708;p25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09" name="Google Shape;709;p25"/>
            <p:cNvGrpSpPr/>
            <p:nvPr/>
          </p:nvGrpSpPr>
          <p:grpSpPr>
            <a:xfrm flipH="1">
              <a:off x="7067882" y="2597475"/>
              <a:ext cx="2269745" cy="2623547"/>
              <a:chOff x="-175889" y="2597475"/>
              <a:chExt cx="2269745" cy="2623547"/>
            </a:xfrm>
          </p:grpSpPr>
          <p:sp>
            <p:nvSpPr>
              <p:cNvPr id="710" name="Google Shape;710;p25"/>
              <p:cNvSpPr/>
              <p:nvPr/>
            </p:nvSpPr>
            <p:spPr>
              <a:xfrm rot="243047">
                <a:off x="-134095" y="2622417"/>
                <a:ext cx="748975" cy="1209771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1" name="Google Shape;711;p25"/>
              <p:cNvSpPr/>
              <p:nvPr/>
            </p:nvSpPr>
            <p:spPr>
              <a:xfrm rot="204329">
                <a:off x="1104973" y="47663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12" name="Google Shape;712;p25"/>
          <p:cNvGrpSpPr/>
          <p:nvPr/>
        </p:nvGrpSpPr>
        <p:grpSpPr>
          <a:xfrm>
            <a:off x="120261" y="940617"/>
            <a:ext cx="9161537" cy="4119004"/>
            <a:chOff x="120261" y="940617"/>
            <a:chExt cx="9161537" cy="4119004"/>
          </a:xfrm>
        </p:grpSpPr>
        <p:grpSp>
          <p:nvGrpSpPr>
            <p:cNvPr id="713" name="Google Shape;713;p25"/>
            <p:cNvGrpSpPr/>
            <p:nvPr/>
          </p:nvGrpSpPr>
          <p:grpSpPr>
            <a:xfrm flipH="1">
              <a:off x="120261" y="940617"/>
              <a:ext cx="548399" cy="572695"/>
              <a:chOff x="8424012" y="933664"/>
              <a:chExt cx="680396" cy="710540"/>
            </a:xfrm>
          </p:grpSpPr>
          <p:sp>
            <p:nvSpPr>
              <p:cNvPr id="714" name="Google Shape;714;p25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25"/>
            <p:cNvGrpSpPr/>
            <p:nvPr/>
          </p:nvGrpSpPr>
          <p:grpSpPr>
            <a:xfrm flipH="1">
              <a:off x="7930587" y="2622855"/>
              <a:ext cx="1351211" cy="2436766"/>
              <a:chOff x="-149867" y="2622855"/>
              <a:chExt cx="1351211" cy="2436766"/>
            </a:xfrm>
          </p:grpSpPr>
          <p:sp>
            <p:nvSpPr>
              <p:cNvPr id="720" name="Google Shape;720;p25"/>
              <p:cNvSpPr/>
              <p:nvPr/>
            </p:nvSpPr>
            <p:spPr>
              <a:xfrm rot="-2133267">
                <a:off x="-60374" y="4024727"/>
                <a:ext cx="307302" cy="111942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416" extrusionOk="0">
                    <a:moveTo>
                      <a:pt x="1142" y="0"/>
                    </a:moveTo>
                    <a:lnTo>
                      <a:pt x="0" y="309"/>
                    </a:lnTo>
                    <a:lnTo>
                      <a:pt x="42" y="416"/>
                    </a:lnTo>
                    <a:lnTo>
                      <a:pt x="1119" y="403"/>
                    </a:lnTo>
                    <a:lnTo>
                      <a:pt x="11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 rot="-2133267">
                <a:off x="189223" y="3845570"/>
                <a:ext cx="254022" cy="2537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943" extrusionOk="0">
                    <a:moveTo>
                      <a:pt x="941" y="528"/>
                    </a:moveTo>
                    <a:cubicBezTo>
                      <a:pt x="910" y="787"/>
                      <a:pt x="675" y="972"/>
                      <a:pt x="416" y="940"/>
                    </a:cubicBezTo>
                    <a:cubicBezTo>
                      <a:pt x="157" y="909"/>
                      <a:pt x="-27" y="675"/>
                      <a:pt x="4" y="416"/>
                    </a:cubicBezTo>
                    <a:cubicBezTo>
                      <a:pt x="35" y="157"/>
                      <a:pt x="270" y="-27"/>
                      <a:pt x="528" y="4"/>
                    </a:cubicBezTo>
                    <a:cubicBezTo>
                      <a:pt x="787" y="35"/>
                      <a:pt x="972" y="269"/>
                      <a:pt x="941" y="52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 rot="-2133267">
                <a:off x="255983" y="3912383"/>
                <a:ext cx="120284" cy="12028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47" extrusionOk="0">
                    <a:moveTo>
                      <a:pt x="446" y="251"/>
                    </a:moveTo>
                    <a:cubicBezTo>
                      <a:pt x="431" y="373"/>
                      <a:pt x="320" y="461"/>
                      <a:pt x="198" y="446"/>
                    </a:cubicBezTo>
                    <a:cubicBezTo>
                      <a:pt x="75" y="431"/>
                      <a:pt x="-12" y="320"/>
                      <a:pt x="2" y="197"/>
                    </a:cubicBezTo>
                    <a:cubicBezTo>
                      <a:pt x="17" y="75"/>
                      <a:pt x="128" y="-13"/>
                      <a:pt x="251" y="2"/>
                    </a:cubicBezTo>
                    <a:cubicBezTo>
                      <a:pt x="373" y="17"/>
                      <a:pt x="461" y="128"/>
                      <a:pt x="446" y="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 rot="-2133267">
                <a:off x="222275" y="3991649"/>
                <a:ext cx="314029" cy="126473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470" extrusionOk="0">
                    <a:moveTo>
                      <a:pt x="14" y="36"/>
                    </a:moveTo>
                    <a:lnTo>
                      <a:pt x="0" y="445"/>
                    </a:lnTo>
                    <a:lnTo>
                      <a:pt x="1167" y="470"/>
                    </a:lnTo>
                    <a:lnTo>
                      <a:pt x="1133" y="0"/>
                    </a:lnTo>
                    <a:lnTo>
                      <a:pt x="14" y="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 rot="-2133267">
                <a:off x="360928" y="3995910"/>
                <a:ext cx="613796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3628" extrusionOk="0">
                    <a:moveTo>
                      <a:pt x="174" y="0"/>
                    </a:moveTo>
                    <a:lnTo>
                      <a:pt x="0" y="3370"/>
                    </a:lnTo>
                    <a:lnTo>
                      <a:pt x="1490" y="3628"/>
                    </a:lnTo>
                    <a:lnTo>
                      <a:pt x="2281" y="115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 rot="-2133267">
                <a:off x="-131602" y="3855162"/>
                <a:ext cx="404982" cy="192669"/>
              </a:xfrm>
              <a:custGeom>
                <a:avLst/>
                <a:gdLst/>
                <a:ahLst/>
                <a:cxnLst/>
                <a:rect l="l" t="t" r="r" b="b"/>
                <a:pathLst>
                  <a:path w="1505" h="716" extrusionOk="0">
                    <a:moveTo>
                      <a:pt x="1505" y="484"/>
                    </a:moveTo>
                    <a:lnTo>
                      <a:pt x="73" y="0"/>
                    </a:lnTo>
                    <a:lnTo>
                      <a:pt x="0" y="66"/>
                    </a:lnTo>
                    <a:lnTo>
                      <a:pt x="1087" y="716"/>
                    </a:lnTo>
                    <a:lnTo>
                      <a:pt x="1505" y="48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 rot="-2133267">
                <a:off x="380344" y="4056464"/>
                <a:ext cx="405520" cy="97626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628" extrusionOk="0">
                    <a:moveTo>
                      <a:pt x="1507" y="3549"/>
                    </a:moveTo>
                    <a:cubicBezTo>
                      <a:pt x="-158" y="3135"/>
                      <a:pt x="391" y="12"/>
                      <a:pt x="391" y="12"/>
                    </a:cubicBezTo>
                    <a:lnTo>
                      <a:pt x="174" y="0"/>
                    </a:lnTo>
                    <a:lnTo>
                      <a:pt x="0" y="3370"/>
                    </a:lnTo>
                    <a:lnTo>
                      <a:pt x="1490" y="3628"/>
                    </a:lnTo>
                    <a:lnTo>
                      <a:pt x="1507" y="354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 rot="-2133267">
                <a:off x="401549" y="4241054"/>
                <a:ext cx="550291" cy="59038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4" extrusionOk="0">
                    <a:moveTo>
                      <a:pt x="1579" y="2194"/>
                    </a:moveTo>
                    <a:lnTo>
                      <a:pt x="2045" y="128"/>
                    </a:lnTo>
                    <a:lnTo>
                      <a:pt x="96" y="0"/>
                    </a:lnTo>
                    <a:lnTo>
                      <a:pt x="0" y="1845"/>
                    </a:lnTo>
                    <a:lnTo>
                      <a:pt x="1579" y="21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 rot="-2133267">
                <a:off x="420638" y="4357103"/>
                <a:ext cx="169258" cy="53387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984" extrusionOk="0">
                    <a:moveTo>
                      <a:pt x="629" y="1984"/>
                    </a:moveTo>
                    <a:cubicBezTo>
                      <a:pt x="309" y="1417"/>
                      <a:pt x="256" y="620"/>
                      <a:pt x="276" y="11"/>
                    </a:cubicBezTo>
                    <a:lnTo>
                      <a:pt x="96" y="0"/>
                    </a:lnTo>
                    <a:lnTo>
                      <a:pt x="63" y="636"/>
                    </a:lnTo>
                    <a:lnTo>
                      <a:pt x="0" y="1845"/>
                    </a:lnTo>
                    <a:lnTo>
                      <a:pt x="629" y="1984"/>
                    </a:lnTo>
                    <a:close/>
                  </a:path>
                </a:pathLst>
              </a:custGeom>
              <a:solidFill>
                <a:srgbClr val="D6CDB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 rot="-2133267">
                <a:off x="673664" y="3984822"/>
                <a:ext cx="208276" cy="820727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050" extrusionOk="0">
                    <a:moveTo>
                      <a:pt x="125" y="0"/>
                    </a:moveTo>
                    <a:lnTo>
                      <a:pt x="774" y="17"/>
                    </a:lnTo>
                    <a:lnTo>
                      <a:pt x="157" y="3050"/>
                    </a:lnTo>
                    <a:cubicBezTo>
                      <a:pt x="157" y="3050"/>
                      <a:pt x="80" y="3021"/>
                      <a:pt x="0" y="2965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 rot="5400798" flipH="1">
                <a:off x="-197078" y="3117142"/>
                <a:ext cx="1124258" cy="707169"/>
              </a:xfrm>
              <a:custGeom>
                <a:avLst/>
                <a:gdLst/>
                <a:ahLst/>
                <a:cxnLst/>
                <a:rect l="l" t="t" r="r" b="b"/>
                <a:pathLst>
                  <a:path w="4178" h="2628" extrusionOk="0">
                    <a:moveTo>
                      <a:pt x="2735" y="2628"/>
                    </a:moveTo>
                    <a:cubicBezTo>
                      <a:pt x="2277" y="2628"/>
                      <a:pt x="1931" y="2064"/>
                      <a:pt x="1569" y="1472"/>
                    </a:cubicBezTo>
                    <a:cubicBezTo>
                      <a:pt x="1491" y="1346"/>
                      <a:pt x="1411" y="1215"/>
                      <a:pt x="1329" y="1088"/>
                    </a:cubicBezTo>
                    <a:cubicBezTo>
                      <a:pt x="940" y="486"/>
                      <a:pt x="83" y="869"/>
                      <a:pt x="75" y="873"/>
                    </a:cubicBezTo>
                    <a:cubicBezTo>
                      <a:pt x="48" y="885"/>
                      <a:pt x="17" y="874"/>
                      <a:pt x="5" y="847"/>
                    </a:cubicBezTo>
                    <a:cubicBezTo>
                      <a:pt x="-8" y="820"/>
                      <a:pt x="4" y="789"/>
                      <a:pt x="31" y="777"/>
                    </a:cubicBezTo>
                    <a:cubicBezTo>
                      <a:pt x="40" y="773"/>
                      <a:pt x="980" y="352"/>
                      <a:pt x="1418" y="1031"/>
                    </a:cubicBezTo>
                    <a:cubicBezTo>
                      <a:pt x="1501" y="1159"/>
                      <a:pt x="1581" y="1290"/>
                      <a:pt x="1659" y="1417"/>
                    </a:cubicBezTo>
                    <a:cubicBezTo>
                      <a:pt x="2082" y="2107"/>
                      <a:pt x="2447" y="2703"/>
                      <a:pt x="2962" y="2469"/>
                    </a:cubicBezTo>
                    <a:cubicBezTo>
                      <a:pt x="3280" y="2324"/>
                      <a:pt x="3286" y="1770"/>
                      <a:pt x="3292" y="1234"/>
                    </a:cubicBezTo>
                    <a:cubicBezTo>
                      <a:pt x="3298" y="726"/>
                      <a:pt x="3303" y="246"/>
                      <a:pt x="3566" y="68"/>
                    </a:cubicBezTo>
                    <a:cubicBezTo>
                      <a:pt x="3705" y="-25"/>
                      <a:pt x="3894" y="-23"/>
                      <a:pt x="4144" y="75"/>
                    </a:cubicBezTo>
                    <a:cubicBezTo>
                      <a:pt x="4172" y="85"/>
                      <a:pt x="4185" y="116"/>
                      <a:pt x="4175" y="143"/>
                    </a:cubicBezTo>
                    <a:cubicBezTo>
                      <a:pt x="4164" y="170"/>
                      <a:pt x="4133" y="184"/>
                      <a:pt x="4106" y="173"/>
                    </a:cubicBezTo>
                    <a:cubicBezTo>
                      <a:pt x="3890" y="89"/>
                      <a:pt x="3733" y="83"/>
                      <a:pt x="3626" y="156"/>
                    </a:cubicBezTo>
                    <a:cubicBezTo>
                      <a:pt x="3409" y="302"/>
                      <a:pt x="3403" y="776"/>
                      <a:pt x="3398" y="1235"/>
                    </a:cubicBezTo>
                    <a:cubicBezTo>
                      <a:pt x="3392" y="1804"/>
                      <a:pt x="3385" y="2392"/>
                      <a:pt x="3006" y="2565"/>
                    </a:cubicBezTo>
                    <a:cubicBezTo>
                      <a:pt x="2911" y="2608"/>
                      <a:pt x="2821" y="2628"/>
                      <a:pt x="2735" y="26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 rot="5400798" flipH="1">
                <a:off x="462349" y="2690418"/>
                <a:ext cx="320486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689" extrusionOk="0">
                    <a:moveTo>
                      <a:pt x="80" y="0"/>
                    </a:moveTo>
                    <a:lnTo>
                      <a:pt x="0" y="170"/>
                    </a:lnTo>
                    <a:lnTo>
                      <a:pt x="580" y="689"/>
                    </a:lnTo>
                    <a:lnTo>
                      <a:pt x="1191" y="98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 rot="5400798" flipH="1">
                <a:off x="530413" y="2758498"/>
                <a:ext cx="184327" cy="185403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89" extrusionOk="0">
                    <a:moveTo>
                      <a:pt x="205" y="11"/>
                    </a:moveTo>
                    <a:lnTo>
                      <a:pt x="80" y="0"/>
                    </a:lnTo>
                    <a:lnTo>
                      <a:pt x="0" y="170"/>
                    </a:lnTo>
                    <a:lnTo>
                      <a:pt x="580" y="689"/>
                    </a:lnTo>
                    <a:lnTo>
                      <a:pt x="685" y="587"/>
                    </a:lnTo>
                    <a:cubicBezTo>
                      <a:pt x="253" y="358"/>
                      <a:pt x="204" y="113"/>
                      <a:pt x="205" y="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 rot="5400798" flipH="1">
                <a:off x="661711" y="2892520"/>
                <a:ext cx="52742" cy="7480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8" extrusionOk="0">
                    <a:moveTo>
                      <a:pt x="75" y="0"/>
                    </a:moveTo>
                    <a:lnTo>
                      <a:pt x="0" y="216"/>
                    </a:lnTo>
                    <a:lnTo>
                      <a:pt x="99" y="278"/>
                    </a:lnTo>
                    <a:lnTo>
                      <a:pt x="196" y="3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 rot="5400798" flipH="1">
                <a:off x="650772" y="3057610"/>
                <a:ext cx="91491" cy="101447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77" extrusionOk="0">
                    <a:moveTo>
                      <a:pt x="18" y="377"/>
                    </a:moveTo>
                    <a:cubicBezTo>
                      <a:pt x="17" y="377"/>
                      <a:pt x="16" y="377"/>
                      <a:pt x="15" y="376"/>
                    </a:cubicBezTo>
                    <a:cubicBezTo>
                      <a:pt x="5" y="374"/>
                      <a:pt x="-1" y="365"/>
                      <a:pt x="1" y="356"/>
                    </a:cubicBezTo>
                    <a:cubicBezTo>
                      <a:pt x="62" y="53"/>
                      <a:pt x="317" y="1"/>
                      <a:pt x="320" y="1"/>
                    </a:cubicBezTo>
                    <a:cubicBezTo>
                      <a:pt x="329" y="-1"/>
                      <a:pt x="338" y="5"/>
                      <a:pt x="340" y="15"/>
                    </a:cubicBezTo>
                    <a:cubicBezTo>
                      <a:pt x="342" y="24"/>
                      <a:pt x="336" y="34"/>
                      <a:pt x="326" y="35"/>
                    </a:cubicBezTo>
                    <a:cubicBezTo>
                      <a:pt x="317" y="37"/>
                      <a:pt x="92" y="84"/>
                      <a:pt x="36" y="363"/>
                    </a:cubicBezTo>
                    <a:cubicBezTo>
                      <a:pt x="34" y="371"/>
                      <a:pt x="26" y="377"/>
                      <a:pt x="18" y="3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5" name="Google Shape;735;p25"/>
          <p:cNvGrpSpPr/>
          <p:nvPr/>
        </p:nvGrpSpPr>
        <p:grpSpPr>
          <a:xfrm>
            <a:off x="253100" y="690398"/>
            <a:ext cx="8764150" cy="4356274"/>
            <a:chOff x="253100" y="690398"/>
            <a:chExt cx="8764150" cy="4356274"/>
          </a:xfrm>
        </p:grpSpPr>
        <p:sp>
          <p:nvSpPr>
            <p:cNvPr id="736" name="Google Shape;736;p25"/>
            <p:cNvSpPr/>
            <p:nvPr/>
          </p:nvSpPr>
          <p:spPr>
            <a:xfrm>
              <a:off x="25310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48285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8502300" y="73263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8640150" y="829224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529625" y="69039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43" name="Google Shape;743;p26"/>
          <p:cNvSpPr txBox="1">
            <a:spLocks noGrp="1"/>
          </p:cNvSpPr>
          <p:nvPr>
            <p:ph type="subTitle" idx="1"/>
          </p:nvPr>
        </p:nvSpPr>
        <p:spPr>
          <a:xfrm>
            <a:off x="88900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26"/>
          <p:cNvSpPr txBox="1">
            <a:spLocks noGrp="1"/>
          </p:cNvSpPr>
          <p:nvPr>
            <p:ph type="subTitle" idx="2"/>
          </p:nvPr>
        </p:nvSpPr>
        <p:spPr>
          <a:xfrm>
            <a:off x="351603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26"/>
          <p:cNvSpPr txBox="1">
            <a:spLocks noGrp="1"/>
          </p:cNvSpPr>
          <p:nvPr>
            <p:ph type="subTitle" idx="3"/>
          </p:nvPr>
        </p:nvSpPr>
        <p:spPr>
          <a:xfrm>
            <a:off x="88900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26"/>
          <p:cNvSpPr txBox="1">
            <a:spLocks noGrp="1"/>
          </p:cNvSpPr>
          <p:nvPr>
            <p:ph type="subTitle" idx="4"/>
          </p:nvPr>
        </p:nvSpPr>
        <p:spPr>
          <a:xfrm>
            <a:off x="351603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26"/>
          <p:cNvSpPr txBox="1">
            <a:spLocks noGrp="1"/>
          </p:cNvSpPr>
          <p:nvPr>
            <p:ph type="subTitle" idx="5"/>
          </p:nvPr>
        </p:nvSpPr>
        <p:spPr>
          <a:xfrm>
            <a:off x="6143060" y="1815201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26"/>
          <p:cNvSpPr txBox="1">
            <a:spLocks noGrp="1"/>
          </p:cNvSpPr>
          <p:nvPr>
            <p:ph type="subTitle" idx="6"/>
          </p:nvPr>
        </p:nvSpPr>
        <p:spPr>
          <a:xfrm>
            <a:off x="6143060" y="3245425"/>
            <a:ext cx="2112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26"/>
          <p:cNvSpPr txBox="1">
            <a:spLocks noGrp="1"/>
          </p:cNvSpPr>
          <p:nvPr>
            <p:ph type="subTitle" idx="7"/>
          </p:nvPr>
        </p:nvSpPr>
        <p:spPr>
          <a:xfrm>
            <a:off x="88995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0" name="Google Shape;750;p26"/>
          <p:cNvSpPr txBox="1">
            <a:spLocks noGrp="1"/>
          </p:cNvSpPr>
          <p:nvPr>
            <p:ph type="subTitle" idx="8"/>
          </p:nvPr>
        </p:nvSpPr>
        <p:spPr>
          <a:xfrm>
            <a:off x="351698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1" name="Google Shape;751;p26"/>
          <p:cNvSpPr txBox="1">
            <a:spLocks noGrp="1"/>
          </p:cNvSpPr>
          <p:nvPr>
            <p:ph type="subTitle" idx="9"/>
          </p:nvPr>
        </p:nvSpPr>
        <p:spPr>
          <a:xfrm>
            <a:off x="6144017" y="14750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2" name="Google Shape;752;p26"/>
          <p:cNvSpPr txBox="1">
            <a:spLocks noGrp="1"/>
          </p:cNvSpPr>
          <p:nvPr>
            <p:ph type="subTitle" idx="13"/>
          </p:nvPr>
        </p:nvSpPr>
        <p:spPr>
          <a:xfrm>
            <a:off x="88995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3" name="Google Shape;753;p26"/>
          <p:cNvSpPr txBox="1">
            <a:spLocks noGrp="1"/>
          </p:cNvSpPr>
          <p:nvPr>
            <p:ph type="subTitle" idx="14"/>
          </p:nvPr>
        </p:nvSpPr>
        <p:spPr>
          <a:xfrm>
            <a:off x="351698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54" name="Google Shape;754;p26"/>
          <p:cNvSpPr txBox="1">
            <a:spLocks noGrp="1"/>
          </p:cNvSpPr>
          <p:nvPr>
            <p:ph type="subTitle" idx="15"/>
          </p:nvPr>
        </p:nvSpPr>
        <p:spPr>
          <a:xfrm>
            <a:off x="6144017" y="2905200"/>
            <a:ext cx="2109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greya Sans"/>
              <a:buNone/>
              <a:defRPr sz="2400" b="1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grpSp>
        <p:nvGrpSpPr>
          <p:cNvPr id="755" name="Google Shape;755;p26"/>
          <p:cNvGrpSpPr/>
          <p:nvPr/>
        </p:nvGrpSpPr>
        <p:grpSpPr>
          <a:xfrm>
            <a:off x="0" y="-214200"/>
            <a:ext cx="10196660" cy="5411572"/>
            <a:chOff x="0" y="-214200"/>
            <a:chExt cx="10196660" cy="5411572"/>
          </a:xfrm>
        </p:grpSpPr>
        <p:sp>
          <p:nvSpPr>
            <p:cNvPr id="756" name="Google Shape;756;p26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7" name="Google Shape;757;p26"/>
            <p:cNvSpPr/>
            <p:nvPr/>
          </p:nvSpPr>
          <p:spPr>
            <a:xfrm rot="-2700000">
              <a:off x="7840453" y="3862493"/>
              <a:ext cx="2550226" cy="507570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8" name="Google Shape;758;p26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59" name="Google Shape;759;p26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760" name="Google Shape;760;p26"/>
          <p:cNvGrpSpPr/>
          <p:nvPr/>
        </p:nvGrpSpPr>
        <p:grpSpPr>
          <a:xfrm>
            <a:off x="-270240" y="1491840"/>
            <a:ext cx="9344702" cy="4575039"/>
            <a:chOff x="-270240" y="1491840"/>
            <a:chExt cx="9344702" cy="4575039"/>
          </a:xfrm>
        </p:grpSpPr>
        <p:grpSp>
          <p:nvGrpSpPr>
            <p:cNvPr id="761" name="Google Shape;761;p26"/>
            <p:cNvGrpSpPr/>
            <p:nvPr/>
          </p:nvGrpSpPr>
          <p:grpSpPr>
            <a:xfrm rot="623400">
              <a:off x="-108278" y="3939742"/>
              <a:ext cx="1917152" cy="1970415"/>
              <a:chOff x="-263584" y="3409108"/>
              <a:chExt cx="2325174" cy="2389773"/>
            </a:xfrm>
          </p:grpSpPr>
          <p:sp>
            <p:nvSpPr>
              <p:cNvPr id="762" name="Google Shape;762;p26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6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6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6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6"/>
              <p:cNvSpPr/>
              <p:nvPr/>
            </p:nvSpPr>
            <p:spPr>
              <a:xfrm rot="-7907642" flipH="1">
                <a:off x="295092" y="3435557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6"/>
              <p:cNvSpPr/>
              <p:nvPr/>
            </p:nvSpPr>
            <p:spPr>
              <a:xfrm rot="-1542034">
                <a:off x="1185923" y="3524975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6"/>
              <p:cNvSpPr/>
              <p:nvPr/>
            </p:nvSpPr>
            <p:spPr>
              <a:xfrm rot="-1542034">
                <a:off x="1495987" y="3989264"/>
                <a:ext cx="211441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 rot="-7907642" flipH="1">
                <a:off x="687461" y="3611399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 rot="-7907642" flipH="1">
                <a:off x="637320" y="3763083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1" name="Google Shape;771;p26"/>
            <p:cNvSpPr/>
            <p:nvPr/>
          </p:nvSpPr>
          <p:spPr>
            <a:xfrm>
              <a:off x="8430782" y="149184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2" name="Google Shape;772;p26"/>
          <p:cNvGrpSpPr/>
          <p:nvPr/>
        </p:nvGrpSpPr>
        <p:grpSpPr>
          <a:xfrm>
            <a:off x="417550" y="669920"/>
            <a:ext cx="4401775" cy="4439542"/>
            <a:chOff x="417550" y="669920"/>
            <a:chExt cx="4401775" cy="4439542"/>
          </a:xfrm>
        </p:grpSpPr>
        <p:sp>
          <p:nvSpPr>
            <p:cNvPr id="773" name="Google Shape;773;p26"/>
            <p:cNvSpPr/>
            <p:nvPr/>
          </p:nvSpPr>
          <p:spPr>
            <a:xfrm>
              <a:off x="417550" y="669920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4728125" y="4641161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324675" y="4732363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7"/>
          <p:cNvSpPr/>
          <p:nvPr/>
        </p:nvSpPr>
        <p:spPr>
          <a:xfrm>
            <a:off x="-252065" y="2703695"/>
            <a:ext cx="1178640" cy="1204920"/>
          </a:xfrm>
          <a:custGeom>
            <a:avLst/>
            <a:gdLst/>
            <a:ahLst/>
            <a:cxnLst/>
            <a:rect l="l" t="t" r="r" b="b"/>
            <a:pathLst>
              <a:path w="3274" h="3347" extrusionOk="0">
                <a:moveTo>
                  <a:pt x="2575" y="1455"/>
                </a:moveTo>
                <a:cubicBezTo>
                  <a:pt x="2575" y="1455"/>
                  <a:pt x="3399" y="1045"/>
                  <a:pt x="3069" y="559"/>
                </a:cubicBezTo>
                <a:cubicBezTo>
                  <a:pt x="2740" y="73"/>
                  <a:pt x="2019" y="636"/>
                  <a:pt x="2019" y="636"/>
                </a:cubicBezTo>
                <a:cubicBezTo>
                  <a:pt x="2019" y="636"/>
                  <a:pt x="2171" y="87"/>
                  <a:pt x="1985" y="8"/>
                </a:cubicBezTo>
                <a:cubicBezTo>
                  <a:pt x="1798" y="-70"/>
                  <a:pt x="1826" y="488"/>
                  <a:pt x="1826" y="488"/>
                </a:cubicBezTo>
                <a:cubicBezTo>
                  <a:pt x="1826" y="488"/>
                  <a:pt x="1324" y="-31"/>
                  <a:pt x="828" y="118"/>
                </a:cubicBezTo>
                <a:cubicBezTo>
                  <a:pt x="332" y="268"/>
                  <a:pt x="612" y="1423"/>
                  <a:pt x="612" y="1423"/>
                </a:cubicBezTo>
                <a:cubicBezTo>
                  <a:pt x="612" y="1423"/>
                  <a:pt x="137" y="998"/>
                  <a:pt x="100" y="1191"/>
                </a:cubicBezTo>
                <a:cubicBezTo>
                  <a:pt x="63" y="1385"/>
                  <a:pt x="614" y="1813"/>
                  <a:pt x="614" y="1813"/>
                </a:cubicBezTo>
                <a:cubicBezTo>
                  <a:pt x="614" y="1813"/>
                  <a:pt x="-242" y="1870"/>
                  <a:pt x="67" y="2519"/>
                </a:cubicBezTo>
                <a:cubicBezTo>
                  <a:pt x="377" y="3168"/>
                  <a:pt x="1292" y="2622"/>
                  <a:pt x="1292" y="2622"/>
                </a:cubicBezTo>
                <a:cubicBezTo>
                  <a:pt x="1292" y="2622"/>
                  <a:pt x="1118" y="3077"/>
                  <a:pt x="1415" y="3267"/>
                </a:cubicBezTo>
                <a:cubicBezTo>
                  <a:pt x="1712" y="3458"/>
                  <a:pt x="1767" y="2767"/>
                  <a:pt x="1767" y="2767"/>
                </a:cubicBezTo>
                <a:cubicBezTo>
                  <a:pt x="1767" y="2767"/>
                  <a:pt x="2011" y="3516"/>
                  <a:pt x="2313" y="3312"/>
                </a:cubicBezTo>
                <a:cubicBezTo>
                  <a:pt x="2614" y="3108"/>
                  <a:pt x="2283" y="2454"/>
                  <a:pt x="2283" y="2454"/>
                </a:cubicBezTo>
                <a:cubicBezTo>
                  <a:pt x="2283" y="2454"/>
                  <a:pt x="3135" y="2754"/>
                  <a:pt x="3261" y="2221"/>
                </a:cubicBezTo>
                <a:cubicBezTo>
                  <a:pt x="3387" y="1687"/>
                  <a:pt x="2575" y="1455"/>
                  <a:pt x="2575" y="145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7"/>
          <p:cNvSpPr txBox="1">
            <a:spLocks noGrp="1"/>
          </p:cNvSpPr>
          <p:nvPr>
            <p:ph type="title" hasCustomPrompt="1"/>
          </p:nvPr>
        </p:nvSpPr>
        <p:spPr>
          <a:xfrm>
            <a:off x="2223600" y="66758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9" name="Google Shape;779;p27"/>
          <p:cNvSpPr txBox="1">
            <a:spLocks noGrp="1"/>
          </p:cNvSpPr>
          <p:nvPr>
            <p:ph type="subTitle" idx="1"/>
          </p:nvPr>
        </p:nvSpPr>
        <p:spPr>
          <a:xfrm>
            <a:off x="2223600" y="1280301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0" name="Google Shape;780;p27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1983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1" name="Google Shape;781;p27"/>
          <p:cNvSpPr txBox="1">
            <a:spLocks noGrp="1"/>
          </p:cNvSpPr>
          <p:nvPr>
            <p:ph type="subTitle" idx="3"/>
          </p:nvPr>
        </p:nvSpPr>
        <p:spPr>
          <a:xfrm>
            <a:off x="2223600" y="2632561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2" name="Google Shape;782;p27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72093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3" name="Google Shape;783;p27"/>
          <p:cNvSpPr txBox="1">
            <a:spLocks noGrp="1"/>
          </p:cNvSpPr>
          <p:nvPr>
            <p:ph type="subTitle" idx="5"/>
          </p:nvPr>
        </p:nvSpPr>
        <p:spPr>
          <a:xfrm>
            <a:off x="2223600" y="3984822"/>
            <a:ext cx="46968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84" name="Google Shape;784;p27"/>
          <p:cNvGrpSpPr/>
          <p:nvPr/>
        </p:nvGrpSpPr>
        <p:grpSpPr>
          <a:xfrm>
            <a:off x="-491157" y="-306950"/>
            <a:ext cx="9824322" cy="5702072"/>
            <a:chOff x="-491157" y="-306950"/>
            <a:chExt cx="9824322" cy="5702072"/>
          </a:xfrm>
        </p:grpSpPr>
        <p:sp>
          <p:nvSpPr>
            <p:cNvPr id="785" name="Google Shape;785;p27"/>
            <p:cNvSpPr/>
            <p:nvPr/>
          </p:nvSpPr>
          <p:spPr>
            <a:xfrm rot="10800000">
              <a:off x="-156437" y="4138005"/>
              <a:ext cx="1659175" cy="1208550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86" name="Google Shape;786;p27"/>
            <p:cNvSpPr/>
            <p:nvPr/>
          </p:nvSpPr>
          <p:spPr>
            <a:xfrm rot="-1384061">
              <a:off x="-352019" y="-121904"/>
              <a:ext cx="1136822" cy="942206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87" name="Google Shape;787;p27"/>
            <p:cNvSpPr/>
            <p:nvPr/>
          </p:nvSpPr>
          <p:spPr>
            <a:xfrm rot="-4500015">
              <a:off x="8366594" y="-324536"/>
              <a:ext cx="631533" cy="1045790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788" name="Google Shape;788;p27"/>
            <p:cNvGrpSpPr/>
            <p:nvPr/>
          </p:nvGrpSpPr>
          <p:grpSpPr>
            <a:xfrm flipH="1">
              <a:off x="5864721" y="2597484"/>
              <a:ext cx="3468444" cy="2797638"/>
              <a:chOff x="-171426" y="2597484"/>
              <a:chExt cx="3468444" cy="2797638"/>
            </a:xfrm>
          </p:grpSpPr>
          <p:sp>
            <p:nvSpPr>
              <p:cNvPr id="789" name="Google Shape;789;p27"/>
              <p:cNvSpPr/>
              <p:nvPr/>
            </p:nvSpPr>
            <p:spPr>
              <a:xfrm rot="10610291" flipH="1">
                <a:off x="37628" y="3707010"/>
                <a:ext cx="2274134" cy="1427240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0" name="Google Shape;790;p27"/>
              <p:cNvSpPr/>
              <p:nvPr/>
            </p:nvSpPr>
            <p:spPr>
              <a:xfrm rot="242908">
                <a:off x="-131820" y="2621122"/>
                <a:ext cx="710172" cy="1147095"/>
              </a:xfrm>
              <a:custGeom>
                <a:avLst/>
                <a:gdLst/>
                <a:ahLst/>
                <a:cxnLst/>
                <a:rect l="l" t="t" r="r" b="b"/>
                <a:pathLst>
                  <a:path w="28407" h="45884" extrusionOk="0">
                    <a:moveTo>
                      <a:pt x="24991" y="45884"/>
                    </a:moveTo>
                    <a:cubicBezTo>
                      <a:pt x="30326" y="41614"/>
                      <a:pt x="28618" y="30589"/>
                      <a:pt x="24171" y="25400"/>
                    </a:cubicBezTo>
                    <a:cubicBezTo>
                      <a:pt x="16565" y="16526"/>
                      <a:pt x="1923" y="11528"/>
                      <a:pt x="0" y="0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1" name="Google Shape;791;p27"/>
              <p:cNvSpPr/>
              <p:nvPr/>
            </p:nvSpPr>
            <p:spPr>
              <a:xfrm rot="204329">
                <a:off x="2308135" y="4940442"/>
                <a:ext cx="977092" cy="426035"/>
              </a:xfrm>
              <a:custGeom>
                <a:avLst/>
                <a:gdLst/>
                <a:ahLst/>
                <a:cxnLst/>
                <a:rect l="l" t="t" r="r" b="b"/>
                <a:pathLst>
                  <a:path w="39085" h="17042" extrusionOk="0">
                    <a:moveTo>
                      <a:pt x="0" y="2261"/>
                    </a:moveTo>
                    <a:cubicBezTo>
                      <a:pt x="12458" y="-3968"/>
                      <a:pt x="36799" y="3302"/>
                      <a:pt x="39085" y="17042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92" name="Google Shape;792;p27"/>
          <p:cNvGrpSpPr/>
          <p:nvPr/>
        </p:nvGrpSpPr>
        <p:grpSpPr>
          <a:xfrm>
            <a:off x="753950" y="85649"/>
            <a:ext cx="8263300" cy="4961023"/>
            <a:chOff x="753950" y="85649"/>
            <a:chExt cx="8263300" cy="4961023"/>
          </a:xfrm>
        </p:grpSpPr>
        <p:sp>
          <p:nvSpPr>
            <p:cNvPr id="793" name="Google Shape;793;p27"/>
            <p:cNvSpPr/>
            <p:nvPr/>
          </p:nvSpPr>
          <p:spPr>
            <a:xfrm flipH="1">
              <a:off x="8792682" y="25739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 flipH="1">
              <a:off x="8833650" y="4725720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 flipH="1">
              <a:off x="8696300" y="4955473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 flipH="1">
              <a:off x="753950" y="521548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 flipH="1">
              <a:off x="836250" y="85649"/>
              <a:ext cx="377100" cy="3771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798" name="Google Shape;798;p27"/>
          <p:cNvGrpSpPr/>
          <p:nvPr/>
        </p:nvGrpSpPr>
        <p:grpSpPr>
          <a:xfrm>
            <a:off x="80176" y="1214824"/>
            <a:ext cx="9063829" cy="2061312"/>
            <a:chOff x="80176" y="1214824"/>
            <a:chExt cx="9063829" cy="2061312"/>
          </a:xfrm>
        </p:grpSpPr>
        <p:grpSp>
          <p:nvGrpSpPr>
            <p:cNvPr id="799" name="Google Shape;799;p27"/>
            <p:cNvGrpSpPr/>
            <p:nvPr/>
          </p:nvGrpSpPr>
          <p:grpSpPr>
            <a:xfrm rot="1324617" flipH="1">
              <a:off x="8349670" y="1306289"/>
              <a:ext cx="655636" cy="865954"/>
              <a:chOff x="6511672" y="2927872"/>
              <a:chExt cx="1426878" cy="1884599"/>
            </a:xfrm>
          </p:grpSpPr>
          <p:sp>
            <p:nvSpPr>
              <p:cNvPr id="800" name="Google Shape;800;p27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7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7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27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7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27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" name="Google Shape;807;p27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808" name="Google Shape;808;p27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27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27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7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7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rgbClr val="FC52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8"/>
          <p:cNvGrpSpPr/>
          <p:nvPr/>
        </p:nvGrpSpPr>
        <p:grpSpPr>
          <a:xfrm>
            <a:off x="-252065" y="-270205"/>
            <a:ext cx="9682965" cy="4178820"/>
            <a:chOff x="-252065" y="-270205"/>
            <a:chExt cx="9682965" cy="4178820"/>
          </a:xfrm>
        </p:grpSpPr>
        <p:sp>
          <p:nvSpPr>
            <p:cNvPr id="815" name="Google Shape;815;p28"/>
            <p:cNvSpPr/>
            <p:nvPr/>
          </p:nvSpPr>
          <p:spPr>
            <a:xfrm flipH="1">
              <a:off x="2175347" y="-27020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8252260" y="1227108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-252065" y="2703695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28"/>
          <p:cNvSpPr txBox="1">
            <a:spLocks noGrp="1"/>
          </p:cNvSpPr>
          <p:nvPr>
            <p:ph type="title"/>
          </p:nvPr>
        </p:nvSpPr>
        <p:spPr>
          <a:xfrm>
            <a:off x="2846914" y="1009125"/>
            <a:ext cx="3450300" cy="88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7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28"/>
          <p:cNvSpPr txBox="1">
            <a:spLocks noGrp="1"/>
          </p:cNvSpPr>
          <p:nvPr>
            <p:ph type="subTitle" idx="1"/>
          </p:nvPr>
        </p:nvSpPr>
        <p:spPr>
          <a:xfrm>
            <a:off x="2846875" y="2492150"/>
            <a:ext cx="3450300" cy="12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0" name="Google Shape;820;p28"/>
          <p:cNvSpPr txBox="1"/>
          <p:nvPr/>
        </p:nvSpPr>
        <p:spPr>
          <a:xfrm>
            <a:off x="1867325" y="3723480"/>
            <a:ext cx="540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21" name="Google Shape;821;p28"/>
          <p:cNvGrpSpPr/>
          <p:nvPr/>
        </p:nvGrpSpPr>
        <p:grpSpPr>
          <a:xfrm>
            <a:off x="80176" y="37487"/>
            <a:ext cx="9143904" cy="4102071"/>
            <a:chOff x="80176" y="37487"/>
            <a:chExt cx="9143904" cy="4102071"/>
          </a:xfrm>
        </p:grpSpPr>
        <p:grpSp>
          <p:nvGrpSpPr>
            <p:cNvPr id="822" name="Google Shape;822;p28"/>
            <p:cNvGrpSpPr/>
            <p:nvPr/>
          </p:nvGrpSpPr>
          <p:grpSpPr>
            <a:xfrm rot="1324617" flipH="1">
              <a:off x="8429745" y="3182139"/>
              <a:ext cx="655636" cy="865954"/>
              <a:chOff x="6511672" y="2927872"/>
              <a:chExt cx="1426878" cy="1884599"/>
            </a:xfrm>
          </p:grpSpPr>
          <p:sp>
            <p:nvSpPr>
              <p:cNvPr id="823" name="Google Shape;823;p28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28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28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8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8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28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28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28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831" name="Google Shape;831;p28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28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8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8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28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rgbClr val="FC52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6" name="Google Shape;836;p28"/>
            <p:cNvGrpSpPr/>
            <p:nvPr/>
          </p:nvGrpSpPr>
          <p:grpSpPr>
            <a:xfrm rot="1210201" flipH="1">
              <a:off x="5942182" y="139838"/>
              <a:ext cx="697564" cy="584347"/>
              <a:chOff x="4385880" y="76680"/>
              <a:chExt cx="1338480" cy="1121040"/>
            </a:xfrm>
          </p:grpSpPr>
          <p:sp>
            <p:nvSpPr>
              <p:cNvPr id="837" name="Google Shape;837;p28"/>
              <p:cNvSpPr/>
              <p:nvPr/>
            </p:nvSpPr>
            <p:spPr>
              <a:xfrm>
                <a:off x="4664160" y="76680"/>
                <a:ext cx="781560" cy="557280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548" extrusionOk="0">
                    <a:moveTo>
                      <a:pt x="570" y="257"/>
                    </a:moveTo>
                    <a:cubicBezTo>
                      <a:pt x="398" y="257"/>
                      <a:pt x="257" y="397"/>
                      <a:pt x="257" y="569"/>
                    </a:cubicBezTo>
                    <a:lnTo>
                      <a:pt x="257" y="978"/>
                    </a:lnTo>
                    <a:cubicBezTo>
                      <a:pt x="257" y="1151"/>
                      <a:pt x="398" y="1291"/>
                      <a:pt x="570" y="1291"/>
                    </a:cubicBezTo>
                    <a:lnTo>
                      <a:pt x="1602" y="1291"/>
                    </a:lnTo>
                    <a:cubicBezTo>
                      <a:pt x="1774" y="1291"/>
                      <a:pt x="1914" y="1151"/>
                      <a:pt x="1914" y="978"/>
                    </a:cubicBezTo>
                    <a:lnTo>
                      <a:pt x="1914" y="569"/>
                    </a:lnTo>
                    <a:cubicBezTo>
                      <a:pt x="1914" y="397"/>
                      <a:pt x="1774" y="257"/>
                      <a:pt x="1602" y="257"/>
                    </a:cubicBezTo>
                    <a:lnTo>
                      <a:pt x="570" y="257"/>
                    </a:lnTo>
                    <a:moveTo>
                      <a:pt x="1602" y="1548"/>
                    </a:moveTo>
                    <a:lnTo>
                      <a:pt x="570" y="1548"/>
                    </a:lnTo>
                    <a:cubicBezTo>
                      <a:pt x="256" y="1548"/>
                      <a:pt x="0" y="1293"/>
                      <a:pt x="0" y="978"/>
                    </a:cubicBezTo>
                    <a:lnTo>
                      <a:pt x="0" y="569"/>
                    </a:lnTo>
                    <a:cubicBezTo>
                      <a:pt x="0" y="255"/>
                      <a:pt x="256" y="0"/>
                      <a:pt x="570" y="0"/>
                    </a:cubicBezTo>
                    <a:lnTo>
                      <a:pt x="1602" y="0"/>
                    </a:lnTo>
                    <a:cubicBezTo>
                      <a:pt x="1916" y="0"/>
                      <a:pt x="2171" y="255"/>
                      <a:pt x="2171" y="569"/>
                    </a:cubicBezTo>
                    <a:lnTo>
                      <a:pt x="2171" y="978"/>
                    </a:lnTo>
                    <a:cubicBezTo>
                      <a:pt x="2171" y="1293"/>
                      <a:pt x="1916" y="1548"/>
                      <a:pt x="1602" y="154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8"/>
              <p:cNvSpPr/>
              <p:nvPr/>
            </p:nvSpPr>
            <p:spPr>
              <a:xfrm>
                <a:off x="5337360" y="205200"/>
                <a:ext cx="108360" cy="20484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69" extrusionOk="0">
                    <a:moveTo>
                      <a:pt x="44" y="212"/>
                    </a:moveTo>
                    <a:lnTo>
                      <a:pt x="44" y="569"/>
                    </a:lnTo>
                    <a:lnTo>
                      <a:pt x="301" y="569"/>
                    </a:lnTo>
                    <a:lnTo>
                      <a:pt x="301" y="212"/>
                    </a:lnTo>
                    <a:cubicBezTo>
                      <a:pt x="301" y="137"/>
                      <a:pt x="286" y="66"/>
                      <a:pt x="260" y="0"/>
                    </a:cubicBezTo>
                    <a:cubicBezTo>
                      <a:pt x="172" y="20"/>
                      <a:pt x="85" y="38"/>
                      <a:pt x="0" y="52"/>
                    </a:cubicBezTo>
                    <a:cubicBezTo>
                      <a:pt x="28" y="99"/>
                      <a:pt x="44" y="154"/>
                      <a:pt x="44" y="2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28"/>
              <p:cNvSpPr/>
              <p:nvPr/>
            </p:nvSpPr>
            <p:spPr>
              <a:xfrm>
                <a:off x="4664160" y="216000"/>
                <a:ext cx="104040" cy="194040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39" extrusionOk="0">
                    <a:moveTo>
                      <a:pt x="257" y="182"/>
                    </a:moveTo>
                    <a:cubicBezTo>
                      <a:pt x="257" y="133"/>
                      <a:pt x="269" y="87"/>
                      <a:pt x="289" y="46"/>
                    </a:cubicBezTo>
                    <a:cubicBezTo>
                      <a:pt x="181" y="31"/>
                      <a:pt x="93" y="14"/>
                      <a:pt x="30" y="0"/>
                    </a:cubicBezTo>
                    <a:cubicBezTo>
                      <a:pt x="11" y="58"/>
                      <a:pt x="0" y="119"/>
                      <a:pt x="0" y="182"/>
                    </a:cubicBezTo>
                    <a:lnTo>
                      <a:pt x="0" y="539"/>
                    </a:lnTo>
                    <a:lnTo>
                      <a:pt x="257" y="539"/>
                    </a:lnTo>
                    <a:lnTo>
                      <a:pt x="257" y="1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4385880" y="314640"/>
                <a:ext cx="1338480" cy="88308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2453" extrusionOk="0">
                    <a:moveTo>
                      <a:pt x="3277" y="2453"/>
                    </a:moveTo>
                    <a:lnTo>
                      <a:pt x="440" y="2453"/>
                    </a:lnTo>
                    <a:cubicBezTo>
                      <a:pt x="198" y="2453"/>
                      <a:pt x="0" y="2255"/>
                      <a:pt x="0" y="2012"/>
                    </a:cubicBezTo>
                    <a:lnTo>
                      <a:pt x="0" y="441"/>
                    </a:lnTo>
                    <a:cubicBezTo>
                      <a:pt x="0" y="198"/>
                      <a:pt x="198" y="0"/>
                      <a:pt x="440" y="0"/>
                    </a:cubicBezTo>
                    <a:lnTo>
                      <a:pt x="3277" y="0"/>
                    </a:lnTo>
                    <a:cubicBezTo>
                      <a:pt x="3520" y="0"/>
                      <a:pt x="3718" y="198"/>
                      <a:pt x="3718" y="441"/>
                    </a:cubicBezTo>
                    <a:lnTo>
                      <a:pt x="3718" y="2012"/>
                    </a:lnTo>
                    <a:cubicBezTo>
                      <a:pt x="3718" y="2255"/>
                      <a:pt x="3520" y="2453"/>
                      <a:pt x="3277" y="24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28"/>
              <p:cNvSpPr/>
              <p:nvPr/>
            </p:nvSpPr>
            <p:spPr>
              <a:xfrm>
                <a:off x="4709160" y="410040"/>
                <a:ext cx="691560" cy="69228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923" extrusionOk="0">
                    <a:moveTo>
                      <a:pt x="1921" y="962"/>
                    </a:moveTo>
                    <a:cubicBezTo>
                      <a:pt x="1921" y="1492"/>
                      <a:pt x="1491" y="1923"/>
                      <a:pt x="960" y="1923"/>
                    </a:cubicBezTo>
                    <a:cubicBezTo>
                      <a:pt x="430" y="1923"/>
                      <a:pt x="0" y="1492"/>
                      <a:pt x="0" y="962"/>
                    </a:cubicBezTo>
                    <a:cubicBezTo>
                      <a:pt x="0" y="431"/>
                      <a:pt x="430" y="0"/>
                      <a:pt x="960" y="0"/>
                    </a:cubicBezTo>
                    <a:cubicBezTo>
                      <a:pt x="1491" y="0"/>
                      <a:pt x="1921" y="431"/>
                      <a:pt x="1921" y="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28"/>
              <p:cNvSpPr/>
              <p:nvPr/>
            </p:nvSpPr>
            <p:spPr>
              <a:xfrm>
                <a:off x="4850280" y="551520"/>
                <a:ext cx="409320" cy="410040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139" extrusionOk="0">
                    <a:moveTo>
                      <a:pt x="915" y="346"/>
                    </a:moveTo>
                    <a:lnTo>
                      <a:pt x="801" y="346"/>
                    </a:lnTo>
                    <a:lnTo>
                      <a:pt x="801" y="223"/>
                    </a:lnTo>
                    <a:cubicBezTo>
                      <a:pt x="801" y="101"/>
                      <a:pt x="701" y="0"/>
                      <a:pt x="578" y="0"/>
                    </a:cubicBezTo>
                    <a:cubicBezTo>
                      <a:pt x="457" y="0"/>
                      <a:pt x="357" y="101"/>
                      <a:pt x="357" y="223"/>
                    </a:cubicBezTo>
                    <a:lnTo>
                      <a:pt x="357" y="346"/>
                    </a:lnTo>
                    <a:lnTo>
                      <a:pt x="223" y="346"/>
                    </a:lnTo>
                    <a:cubicBezTo>
                      <a:pt x="100" y="346"/>
                      <a:pt x="0" y="446"/>
                      <a:pt x="0" y="569"/>
                    </a:cubicBezTo>
                    <a:lnTo>
                      <a:pt x="0" y="569"/>
                    </a:lnTo>
                    <a:cubicBezTo>
                      <a:pt x="0" y="691"/>
                      <a:pt x="100" y="791"/>
                      <a:pt x="223" y="791"/>
                    </a:cubicBezTo>
                    <a:lnTo>
                      <a:pt x="357" y="791"/>
                    </a:lnTo>
                    <a:lnTo>
                      <a:pt x="357" y="916"/>
                    </a:lnTo>
                    <a:cubicBezTo>
                      <a:pt x="357" y="1038"/>
                      <a:pt x="457" y="1139"/>
                      <a:pt x="578" y="1139"/>
                    </a:cubicBezTo>
                    <a:cubicBezTo>
                      <a:pt x="701" y="1139"/>
                      <a:pt x="801" y="1038"/>
                      <a:pt x="801" y="916"/>
                    </a:cubicBezTo>
                    <a:lnTo>
                      <a:pt x="801" y="791"/>
                    </a:lnTo>
                    <a:lnTo>
                      <a:pt x="915" y="791"/>
                    </a:lnTo>
                    <a:cubicBezTo>
                      <a:pt x="1037" y="791"/>
                      <a:pt x="1137" y="691"/>
                      <a:pt x="1137" y="569"/>
                    </a:cubicBezTo>
                    <a:lnTo>
                      <a:pt x="1137" y="569"/>
                    </a:lnTo>
                    <a:cubicBezTo>
                      <a:pt x="1137" y="446"/>
                      <a:pt x="1037" y="346"/>
                      <a:pt x="915" y="3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28"/>
              <p:cNvSpPr/>
              <p:nvPr/>
            </p:nvSpPr>
            <p:spPr>
              <a:xfrm>
                <a:off x="5561280" y="397440"/>
                <a:ext cx="86400" cy="225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25" extrusionOk="0">
                    <a:moveTo>
                      <a:pt x="120" y="625"/>
                    </a:moveTo>
                    <a:lnTo>
                      <a:pt x="120" y="625"/>
                    </a:lnTo>
                    <a:cubicBezTo>
                      <a:pt x="54" y="625"/>
                      <a:pt x="0" y="571"/>
                      <a:pt x="0" y="505"/>
                    </a:cubicBezTo>
                    <a:lnTo>
                      <a:pt x="0" y="120"/>
                    </a:lnTo>
                    <a:cubicBezTo>
                      <a:pt x="0" y="54"/>
                      <a:pt x="54" y="0"/>
                      <a:pt x="120" y="0"/>
                    </a:cubicBezTo>
                    <a:cubicBezTo>
                      <a:pt x="186" y="0"/>
                      <a:pt x="240" y="54"/>
                      <a:pt x="240" y="120"/>
                    </a:cubicBezTo>
                    <a:lnTo>
                      <a:pt x="240" y="505"/>
                    </a:lnTo>
                    <a:cubicBezTo>
                      <a:pt x="240" y="571"/>
                      <a:pt x="186" y="625"/>
                      <a:pt x="120" y="625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8"/>
              <p:cNvSpPr/>
              <p:nvPr/>
            </p:nvSpPr>
            <p:spPr>
              <a:xfrm>
                <a:off x="5565960" y="644760"/>
                <a:ext cx="77400" cy="7740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215" extrusionOk="0">
                    <a:moveTo>
                      <a:pt x="215" y="108"/>
                    </a:moveTo>
                    <a:cubicBezTo>
                      <a:pt x="215" y="167"/>
                      <a:pt x="166" y="215"/>
                      <a:pt x="107" y="215"/>
                    </a:cubicBezTo>
                    <a:cubicBezTo>
                      <a:pt x="48" y="215"/>
                      <a:pt x="0" y="167"/>
                      <a:pt x="0" y="108"/>
                    </a:cubicBezTo>
                    <a:cubicBezTo>
                      <a:pt x="0" y="48"/>
                      <a:pt x="48" y="0"/>
                      <a:pt x="107" y="0"/>
                    </a:cubicBezTo>
                    <a:cubicBezTo>
                      <a:pt x="166" y="0"/>
                      <a:pt x="215" y="48"/>
                      <a:pt x="215" y="108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32400" rIns="90000" bIns="32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8"/>
              <p:cNvSpPr/>
              <p:nvPr/>
            </p:nvSpPr>
            <p:spPr>
              <a:xfrm>
                <a:off x="4385880" y="841680"/>
                <a:ext cx="1338480" cy="356040"/>
              </a:xfrm>
              <a:custGeom>
                <a:avLst/>
                <a:gdLst/>
                <a:ahLst/>
                <a:cxnLst/>
                <a:rect l="l" t="t" r="r" b="b"/>
                <a:pathLst>
                  <a:path w="3718" h="989" extrusionOk="0">
                    <a:moveTo>
                      <a:pt x="440" y="989"/>
                    </a:moveTo>
                    <a:lnTo>
                      <a:pt x="3277" y="989"/>
                    </a:lnTo>
                    <a:cubicBezTo>
                      <a:pt x="3520" y="989"/>
                      <a:pt x="3718" y="791"/>
                      <a:pt x="3718" y="548"/>
                    </a:cubicBezTo>
                    <a:lnTo>
                      <a:pt x="3718" y="0"/>
                    </a:lnTo>
                    <a:cubicBezTo>
                      <a:pt x="3108" y="438"/>
                      <a:pt x="1239" y="315"/>
                      <a:pt x="472" y="252"/>
                    </a:cubicBezTo>
                    <a:cubicBezTo>
                      <a:pt x="244" y="233"/>
                      <a:pt x="95" y="153"/>
                      <a:pt x="0" y="44"/>
                    </a:cubicBezTo>
                    <a:lnTo>
                      <a:pt x="0" y="548"/>
                    </a:lnTo>
                    <a:cubicBezTo>
                      <a:pt x="0" y="791"/>
                      <a:pt x="198" y="989"/>
                      <a:pt x="440" y="989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6" name="Google Shape;846;p28"/>
          <p:cNvGrpSpPr/>
          <p:nvPr/>
        </p:nvGrpSpPr>
        <p:grpSpPr>
          <a:xfrm>
            <a:off x="436650" y="115985"/>
            <a:ext cx="8496713" cy="4773180"/>
            <a:chOff x="436650" y="115985"/>
            <a:chExt cx="8496713" cy="4773180"/>
          </a:xfrm>
        </p:grpSpPr>
        <p:sp>
          <p:nvSpPr>
            <p:cNvPr id="847" name="Google Shape;847;p28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436650" y="240445"/>
              <a:ext cx="183600" cy="1836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8749763" y="240445"/>
              <a:ext cx="183600" cy="1836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7791300" y="115985"/>
              <a:ext cx="91200" cy="91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  <p:sp>
          <p:nvSpPr>
            <p:cNvPr id="851" name="Google Shape;851;p28"/>
            <p:cNvSpPr/>
            <p:nvPr/>
          </p:nvSpPr>
          <p:spPr>
            <a:xfrm flipH="1">
              <a:off x="6880938" y="363174"/>
              <a:ext cx="137700" cy="1377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arker Grotesque Medium"/>
                <a:ea typeface="Darker Grotesque Medium"/>
                <a:cs typeface="Darker Grotesque Medium"/>
                <a:sym typeface="Darker Grotesque Medium"/>
              </a:endParaRPr>
            </a:p>
          </p:txBody>
        </p:sp>
      </p:grpSp>
      <p:grpSp>
        <p:nvGrpSpPr>
          <p:cNvPr id="852" name="Google Shape;852;p28"/>
          <p:cNvGrpSpPr/>
          <p:nvPr/>
        </p:nvGrpSpPr>
        <p:grpSpPr>
          <a:xfrm>
            <a:off x="0" y="-588573"/>
            <a:ext cx="9513750" cy="5956677"/>
            <a:chOff x="0" y="-588573"/>
            <a:chExt cx="9513750" cy="5956677"/>
          </a:xfrm>
        </p:grpSpPr>
        <p:sp>
          <p:nvSpPr>
            <p:cNvPr id="853" name="Google Shape;853;p28"/>
            <p:cNvSpPr/>
            <p:nvPr/>
          </p:nvSpPr>
          <p:spPr>
            <a:xfrm rot="189632">
              <a:off x="238020" y="43972"/>
              <a:ext cx="2041256" cy="1281086"/>
            </a:xfrm>
            <a:custGeom>
              <a:avLst/>
              <a:gdLst/>
              <a:ahLst/>
              <a:cxnLst/>
              <a:rect l="l" t="t" r="r" b="b"/>
              <a:pathLst>
                <a:path w="99156" h="62230" extrusionOk="0">
                  <a:moveTo>
                    <a:pt x="21727" y="62230"/>
                  </a:moveTo>
                  <a:cubicBezTo>
                    <a:pt x="12702" y="55011"/>
                    <a:pt x="-5283" y="43206"/>
                    <a:pt x="1653" y="33962"/>
                  </a:cubicBezTo>
                  <a:cubicBezTo>
                    <a:pt x="7517" y="26146"/>
                    <a:pt x="21513" y="28271"/>
                    <a:pt x="27872" y="20852"/>
                  </a:cubicBezTo>
                  <a:cubicBezTo>
                    <a:pt x="34352" y="13291"/>
                    <a:pt x="41087" y="-3673"/>
                    <a:pt x="49994" y="778"/>
                  </a:cubicBezTo>
                  <a:cubicBezTo>
                    <a:pt x="54261" y="2910"/>
                    <a:pt x="52114" y="10080"/>
                    <a:pt x="53272" y="14707"/>
                  </a:cubicBezTo>
                  <a:cubicBezTo>
                    <a:pt x="54399" y="19211"/>
                    <a:pt x="61009" y="22173"/>
                    <a:pt x="65562" y="21262"/>
                  </a:cubicBezTo>
                  <a:cubicBezTo>
                    <a:pt x="74136" y="19546"/>
                    <a:pt x="78548" y="9374"/>
                    <a:pt x="86046" y="4875"/>
                  </a:cubicBezTo>
                  <a:cubicBezTo>
                    <a:pt x="89793" y="2626"/>
                    <a:pt x="94846" y="4156"/>
                    <a:pt x="99156" y="4875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4" name="Google Shape;854;p28"/>
            <p:cNvSpPr/>
            <p:nvPr/>
          </p:nvSpPr>
          <p:spPr>
            <a:xfrm>
              <a:off x="91419" y="1410815"/>
              <a:ext cx="631523" cy="1045775"/>
            </a:xfrm>
            <a:custGeom>
              <a:avLst/>
              <a:gdLst/>
              <a:ahLst/>
              <a:cxnLst/>
              <a:rect l="l" t="t" r="r" b="b"/>
              <a:pathLst>
                <a:path w="34141" h="56536" extrusionOk="0">
                  <a:moveTo>
                    <a:pt x="33933" y="0"/>
                  </a:moveTo>
                  <a:cubicBezTo>
                    <a:pt x="35604" y="8352"/>
                    <a:pt x="23143" y="15856"/>
                    <a:pt x="14678" y="16797"/>
                  </a:cubicBezTo>
                  <a:cubicBezTo>
                    <a:pt x="11950" y="17100"/>
                    <a:pt x="8426" y="17919"/>
                    <a:pt x="6485" y="15978"/>
                  </a:cubicBezTo>
                  <a:cubicBezTo>
                    <a:pt x="5036" y="14529"/>
                    <a:pt x="4706" y="10848"/>
                    <a:pt x="6485" y="9832"/>
                  </a:cubicBezTo>
                  <a:cubicBezTo>
                    <a:pt x="9675" y="8009"/>
                    <a:pt x="15568" y="13642"/>
                    <a:pt x="14678" y="17207"/>
                  </a:cubicBezTo>
                  <a:cubicBezTo>
                    <a:pt x="12741" y="24971"/>
                    <a:pt x="2281" y="28698"/>
                    <a:pt x="339" y="36461"/>
                  </a:cubicBezTo>
                  <a:cubicBezTo>
                    <a:pt x="-1716" y="44676"/>
                    <a:pt x="7439" y="56536"/>
                    <a:pt x="15907" y="56536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5" name="Google Shape;855;p28"/>
            <p:cNvSpPr/>
            <p:nvPr/>
          </p:nvSpPr>
          <p:spPr>
            <a:xfrm>
              <a:off x="0" y="4084925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6" name="Google Shape;856;p28"/>
            <p:cNvSpPr/>
            <p:nvPr/>
          </p:nvSpPr>
          <p:spPr>
            <a:xfrm rot="-928815">
              <a:off x="7659001" y="-172255"/>
              <a:ext cx="1659136" cy="1208522"/>
            </a:xfrm>
            <a:custGeom>
              <a:avLst/>
              <a:gdLst/>
              <a:ahLst/>
              <a:cxnLst/>
              <a:rect l="l" t="t" r="r" b="b"/>
              <a:pathLst>
                <a:path w="66367" h="48342" extrusionOk="0">
                  <a:moveTo>
                    <a:pt x="0" y="0"/>
                  </a:moveTo>
                  <a:cubicBezTo>
                    <a:pt x="1341" y="5365"/>
                    <a:pt x="312" y="14482"/>
                    <a:pt x="5735" y="15568"/>
                  </a:cubicBezTo>
                  <a:cubicBezTo>
                    <a:pt x="14041" y="17231"/>
                    <a:pt x="25145" y="8759"/>
                    <a:pt x="31135" y="14749"/>
                  </a:cubicBezTo>
                  <a:cubicBezTo>
                    <a:pt x="33647" y="17261"/>
                    <a:pt x="31421" y="21916"/>
                    <a:pt x="30726" y="25400"/>
                  </a:cubicBezTo>
                  <a:cubicBezTo>
                    <a:pt x="29817" y="29953"/>
                    <a:pt x="32932" y="36061"/>
                    <a:pt x="37280" y="37691"/>
                  </a:cubicBezTo>
                  <a:cubicBezTo>
                    <a:pt x="44318" y="40330"/>
                    <a:pt x="52683" y="34494"/>
                    <a:pt x="59813" y="36871"/>
                  </a:cubicBezTo>
                  <a:cubicBezTo>
                    <a:pt x="63991" y="38264"/>
                    <a:pt x="66367" y="43938"/>
                    <a:pt x="66367" y="48342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7" name="Google Shape;857;p28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8" name="Google Shape;858;p28"/>
            <p:cNvSpPr/>
            <p:nvPr/>
          </p:nvSpPr>
          <p:spPr>
            <a:xfrm>
              <a:off x="8376875" y="4353975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59" name="Google Shape;859;p28"/>
            <p:cNvSpPr/>
            <p:nvPr/>
          </p:nvSpPr>
          <p:spPr>
            <a:xfrm>
              <a:off x="801854" y="4781096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0" name="Google Shape;860;p28"/>
            <p:cNvSpPr/>
            <p:nvPr/>
          </p:nvSpPr>
          <p:spPr>
            <a:xfrm rot="-9581161">
              <a:off x="3141683" y="-161635"/>
              <a:ext cx="2550510" cy="507627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oogle Shape;862;p29"/>
          <p:cNvGrpSpPr/>
          <p:nvPr/>
        </p:nvGrpSpPr>
        <p:grpSpPr>
          <a:xfrm flipH="1">
            <a:off x="-360789" y="-214200"/>
            <a:ext cx="9513750" cy="5547898"/>
            <a:chOff x="0" y="-214200"/>
            <a:chExt cx="9513750" cy="5547898"/>
          </a:xfrm>
        </p:grpSpPr>
        <p:sp>
          <p:nvSpPr>
            <p:cNvPr id="863" name="Google Shape;863;p29"/>
            <p:cNvSpPr/>
            <p:nvPr/>
          </p:nvSpPr>
          <p:spPr>
            <a:xfrm rot="10800000" flipH="1">
              <a:off x="0" y="-83120"/>
              <a:ext cx="933031" cy="1099816"/>
            </a:xfrm>
            <a:custGeom>
              <a:avLst/>
              <a:gdLst/>
              <a:ahLst/>
              <a:cxnLst/>
              <a:rect l="l" t="t" r="r" b="b"/>
              <a:pathLst>
                <a:path w="35232" h="41526" extrusionOk="0">
                  <a:moveTo>
                    <a:pt x="0" y="0"/>
                  </a:moveTo>
                  <a:cubicBezTo>
                    <a:pt x="2375" y="2376"/>
                    <a:pt x="5688" y="4982"/>
                    <a:pt x="9013" y="4507"/>
                  </a:cubicBezTo>
                  <a:cubicBezTo>
                    <a:pt x="15245" y="3616"/>
                    <a:pt x="26967" y="-496"/>
                    <a:pt x="27858" y="5736"/>
                  </a:cubicBezTo>
                  <a:cubicBezTo>
                    <a:pt x="29651" y="18276"/>
                    <a:pt x="-4058" y="23140"/>
                    <a:pt x="2458" y="34003"/>
                  </a:cubicBezTo>
                  <a:cubicBezTo>
                    <a:pt x="4227" y="36952"/>
                    <a:pt x="9839" y="37141"/>
                    <a:pt x="12700" y="35233"/>
                  </a:cubicBezTo>
                  <a:cubicBezTo>
                    <a:pt x="15759" y="33193"/>
                    <a:pt x="18634" y="28335"/>
                    <a:pt x="22123" y="29497"/>
                  </a:cubicBezTo>
                  <a:cubicBezTo>
                    <a:pt x="25889" y="30752"/>
                    <a:pt x="24834" y="37161"/>
                    <a:pt x="27448" y="40149"/>
                  </a:cubicBezTo>
                  <a:cubicBezTo>
                    <a:pt x="29159" y="42105"/>
                    <a:pt x="33791" y="41901"/>
                    <a:pt x="35232" y="3973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4" name="Google Shape;864;p29"/>
            <p:cNvSpPr/>
            <p:nvPr/>
          </p:nvSpPr>
          <p:spPr>
            <a:xfrm rot="178491">
              <a:off x="3314292" y="4760262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5" name="Google Shape;865;p29"/>
            <p:cNvSpPr/>
            <p:nvPr/>
          </p:nvSpPr>
          <p:spPr>
            <a:xfrm rot="10800000" flipH="1">
              <a:off x="8376875" y="-194604"/>
              <a:ext cx="1136875" cy="942250"/>
            </a:xfrm>
            <a:custGeom>
              <a:avLst/>
              <a:gdLst/>
              <a:ahLst/>
              <a:cxnLst/>
              <a:rect l="l" t="t" r="r" b="b"/>
              <a:pathLst>
                <a:path w="45475" h="37690" extrusionOk="0">
                  <a:moveTo>
                    <a:pt x="0" y="37690"/>
                  </a:moveTo>
                  <a:cubicBezTo>
                    <a:pt x="8874" y="35270"/>
                    <a:pt x="18663" y="28588"/>
                    <a:pt x="20894" y="19664"/>
                  </a:cubicBezTo>
                  <a:cubicBezTo>
                    <a:pt x="22332" y="13912"/>
                    <a:pt x="15585" y="4296"/>
                    <a:pt x="9833" y="5735"/>
                  </a:cubicBezTo>
                  <a:cubicBezTo>
                    <a:pt x="838" y="7985"/>
                    <a:pt x="20785" y="26648"/>
                    <a:pt x="29907" y="24990"/>
                  </a:cubicBezTo>
                  <a:cubicBezTo>
                    <a:pt x="39563" y="23235"/>
                    <a:pt x="43860" y="9680"/>
                    <a:pt x="45475" y="0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866" name="Google Shape;866;p29"/>
            <p:cNvSpPr/>
            <p:nvPr/>
          </p:nvSpPr>
          <p:spPr>
            <a:xfrm rot="10800000" flipH="1">
              <a:off x="801854" y="-214200"/>
              <a:ext cx="1259750" cy="534725"/>
            </a:xfrm>
            <a:custGeom>
              <a:avLst/>
              <a:gdLst/>
              <a:ahLst/>
              <a:cxnLst/>
              <a:rect l="l" t="t" r="r" b="b"/>
              <a:pathLst>
                <a:path w="50390" h="21389" extrusionOk="0">
                  <a:moveTo>
                    <a:pt x="0" y="16063"/>
                  </a:moveTo>
                  <a:cubicBezTo>
                    <a:pt x="10328" y="15374"/>
                    <a:pt x="16301" y="-603"/>
                    <a:pt x="26629" y="86"/>
                  </a:cubicBezTo>
                  <a:cubicBezTo>
                    <a:pt x="37243" y="794"/>
                    <a:pt x="42868" y="13867"/>
                    <a:pt x="50390" y="2138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867" name="Google Shape;867;p29"/>
          <p:cNvGrpSpPr/>
          <p:nvPr/>
        </p:nvGrpSpPr>
        <p:grpSpPr>
          <a:xfrm>
            <a:off x="-4625" y="2047687"/>
            <a:ext cx="9427826" cy="4046061"/>
            <a:chOff x="-4625" y="2047687"/>
            <a:chExt cx="9427826" cy="4046061"/>
          </a:xfrm>
        </p:grpSpPr>
        <p:grpSp>
          <p:nvGrpSpPr>
            <p:cNvPr id="868" name="Google Shape;868;p29"/>
            <p:cNvGrpSpPr/>
            <p:nvPr/>
          </p:nvGrpSpPr>
          <p:grpSpPr>
            <a:xfrm rot="1324617" flipH="1">
              <a:off x="134075" y="2139152"/>
              <a:ext cx="655636" cy="865954"/>
              <a:chOff x="6511672" y="2927872"/>
              <a:chExt cx="1426878" cy="1884599"/>
            </a:xfrm>
          </p:grpSpPr>
          <p:sp>
            <p:nvSpPr>
              <p:cNvPr id="869" name="Google Shape;869;p29"/>
              <p:cNvSpPr/>
              <p:nvPr/>
            </p:nvSpPr>
            <p:spPr>
              <a:xfrm>
                <a:off x="6511672" y="2927872"/>
                <a:ext cx="1426878" cy="1884599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162" extrusionOk="0">
                    <a:moveTo>
                      <a:pt x="413" y="0"/>
                    </a:moveTo>
                    <a:lnTo>
                      <a:pt x="0" y="2791"/>
                    </a:lnTo>
                    <a:lnTo>
                      <a:pt x="1751" y="3162"/>
                    </a:lnTo>
                    <a:lnTo>
                      <a:pt x="2394" y="25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29"/>
              <p:cNvSpPr/>
              <p:nvPr/>
            </p:nvSpPr>
            <p:spPr>
              <a:xfrm>
                <a:off x="6584982" y="3003566"/>
                <a:ext cx="1270720" cy="1723079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891" extrusionOk="0">
                    <a:moveTo>
                      <a:pt x="380" y="0"/>
                    </a:moveTo>
                    <a:lnTo>
                      <a:pt x="0" y="2558"/>
                    </a:lnTo>
                    <a:lnTo>
                      <a:pt x="1546" y="2891"/>
                    </a:lnTo>
                    <a:lnTo>
                      <a:pt x="2132" y="240"/>
                    </a:lnTo>
                    <a:lnTo>
                      <a:pt x="1614" y="174"/>
                    </a:lnTo>
                    <a:lnTo>
                      <a:pt x="1533" y="362"/>
                    </a:lnTo>
                    <a:lnTo>
                      <a:pt x="774" y="231"/>
                    </a:lnTo>
                    <a:lnTo>
                      <a:pt x="754" y="47"/>
                    </a:lnTo>
                    <a:lnTo>
                      <a:pt x="3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29"/>
              <p:cNvSpPr/>
              <p:nvPr/>
            </p:nvSpPr>
            <p:spPr>
              <a:xfrm>
                <a:off x="6812066" y="3674083"/>
                <a:ext cx="692578" cy="69256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1154" y="676"/>
                    </a:moveTo>
                    <a:cubicBezTo>
                      <a:pt x="1102" y="993"/>
                      <a:pt x="803" y="1207"/>
                      <a:pt x="486" y="1154"/>
                    </a:cubicBezTo>
                    <a:cubicBezTo>
                      <a:pt x="169" y="1102"/>
                      <a:pt x="-45" y="803"/>
                      <a:pt x="8" y="486"/>
                    </a:cubicBezTo>
                    <a:cubicBezTo>
                      <a:pt x="60" y="170"/>
                      <a:pt x="360" y="-45"/>
                      <a:pt x="676" y="8"/>
                    </a:cubicBezTo>
                    <a:cubicBezTo>
                      <a:pt x="993" y="61"/>
                      <a:pt x="1207" y="360"/>
                      <a:pt x="1154" y="6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29"/>
              <p:cNvSpPr/>
              <p:nvPr/>
            </p:nvSpPr>
            <p:spPr>
              <a:xfrm>
                <a:off x="7025442" y="4128842"/>
                <a:ext cx="81655" cy="7331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3" extrusionOk="0">
                    <a:moveTo>
                      <a:pt x="51" y="0"/>
                    </a:moveTo>
                    <a:lnTo>
                      <a:pt x="137" y="42"/>
                    </a:lnTo>
                    <a:lnTo>
                      <a:pt x="79" y="123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9"/>
              <p:cNvSpPr/>
              <p:nvPr/>
            </p:nvSpPr>
            <p:spPr>
              <a:xfrm>
                <a:off x="7119017" y="3054823"/>
                <a:ext cx="51258" cy="51257"/>
              </a:xfrm>
              <a:custGeom>
                <a:avLst/>
                <a:gdLst/>
                <a:ahLst/>
                <a:cxnLst/>
                <a:rect l="l" t="t" r="r" b="b"/>
                <a:pathLst>
                  <a:path w="86" h="86" extrusionOk="0">
                    <a:moveTo>
                      <a:pt x="85" y="50"/>
                    </a:moveTo>
                    <a:cubicBezTo>
                      <a:pt x="81" y="74"/>
                      <a:pt x="59" y="90"/>
                      <a:pt x="36" y="86"/>
                    </a:cubicBezTo>
                    <a:cubicBezTo>
                      <a:pt x="12" y="82"/>
                      <a:pt x="-4" y="60"/>
                      <a:pt x="0" y="36"/>
                    </a:cubicBezTo>
                    <a:cubicBezTo>
                      <a:pt x="4" y="13"/>
                      <a:pt x="26" y="-3"/>
                      <a:pt x="50" y="1"/>
                    </a:cubicBezTo>
                    <a:cubicBezTo>
                      <a:pt x="73" y="5"/>
                      <a:pt x="89" y="27"/>
                      <a:pt x="85" y="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29"/>
              <p:cNvSpPr/>
              <p:nvPr/>
            </p:nvSpPr>
            <p:spPr>
              <a:xfrm>
                <a:off x="6759021" y="3107272"/>
                <a:ext cx="907146" cy="154069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2585" extrusionOk="0">
                    <a:moveTo>
                      <a:pt x="0" y="2447"/>
                    </a:moveTo>
                    <a:lnTo>
                      <a:pt x="643" y="2585"/>
                    </a:lnTo>
                    <a:lnTo>
                      <a:pt x="1522" y="26"/>
                    </a:lnTo>
                    <a:lnTo>
                      <a:pt x="1322" y="0"/>
                    </a:lnTo>
                    <a:lnTo>
                      <a:pt x="1241" y="188"/>
                    </a:lnTo>
                    <a:lnTo>
                      <a:pt x="881" y="126"/>
                    </a:lnTo>
                    <a:lnTo>
                      <a:pt x="0" y="2447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29"/>
              <p:cNvSpPr/>
              <p:nvPr/>
            </p:nvSpPr>
            <p:spPr>
              <a:xfrm>
                <a:off x="6993853" y="3792690"/>
                <a:ext cx="312912" cy="444627"/>
              </a:xfrm>
              <a:custGeom>
                <a:avLst/>
                <a:gdLst/>
                <a:ahLst/>
                <a:cxnLst/>
                <a:rect l="l" t="t" r="r" b="b"/>
                <a:pathLst>
                  <a:path w="525" h="746" extrusionOk="0">
                    <a:moveTo>
                      <a:pt x="364" y="15"/>
                    </a:moveTo>
                    <a:cubicBezTo>
                      <a:pt x="349" y="8"/>
                      <a:pt x="334" y="3"/>
                      <a:pt x="319" y="0"/>
                    </a:cubicBezTo>
                    <a:lnTo>
                      <a:pt x="284" y="168"/>
                    </a:lnTo>
                    <a:cubicBezTo>
                      <a:pt x="302" y="166"/>
                      <a:pt x="320" y="168"/>
                      <a:pt x="336" y="175"/>
                    </a:cubicBezTo>
                    <a:cubicBezTo>
                      <a:pt x="409" y="209"/>
                      <a:pt x="425" y="330"/>
                      <a:pt x="372" y="447"/>
                    </a:cubicBezTo>
                    <a:cubicBezTo>
                      <a:pt x="318" y="563"/>
                      <a:pt x="216" y="631"/>
                      <a:pt x="143" y="598"/>
                    </a:cubicBezTo>
                    <a:cubicBezTo>
                      <a:pt x="127" y="591"/>
                      <a:pt x="114" y="579"/>
                      <a:pt x="104" y="564"/>
                    </a:cubicBezTo>
                    <a:lnTo>
                      <a:pt x="0" y="701"/>
                    </a:lnTo>
                    <a:cubicBezTo>
                      <a:pt x="13" y="710"/>
                      <a:pt x="26" y="718"/>
                      <a:pt x="41" y="724"/>
                    </a:cubicBezTo>
                    <a:cubicBezTo>
                      <a:pt x="195" y="794"/>
                      <a:pt x="392" y="693"/>
                      <a:pt x="481" y="497"/>
                    </a:cubicBezTo>
                    <a:cubicBezTo>
                      <a:pt x="571" y="301"/>
                      <a:pt x="518" y="85"/>
                      <a:pt x="364" y="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6" name="Google Shape;876;p29"/>
            <p:cNvGrpSpPr/>
            <p:nvPr/>
          </p:nvGrpSpPr>
          <p:grpSpPr>
            <a:xfrm rot="-623400" flipH="1">
              <a:off x="7187834" y="3859760"/>
              <a:ext cx="2066133" cy="2064603"/>
              <a:chOff x="-263584" y="3294874"/>
              <a:chExt cx="2505863" cy="2504007"/>
            </a:xfrm>
          </p:grpSpPr>
          <p:sp>
            <p:nvSpPr>
              <p:cNvPr id="877" name="Google Shape;877;p29"/>
              <p:cNvSpPr/>
              <p:nvPr/>
            </p:nvSpPr>
            <p:spPr>
              <a:xfrm rot="-7907642" flipH="1">
                <a:off x="355453" y="3603218"/>
                <a:ext cx="78049" cy="14616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06" extrusionOk="0">
                    <a:moveTo>
                      <a:pt x="32" y="206"/>
                    </a:moveTo>
                    <a:lnTo>
                      <a:pt x="0" y="192"/>
                    </a:lnTo>
                    <a:lnTo>
                      <a:pt x="78" y="0"/>
                    </a:lnTo>
                    <a:lnTo>
                      <a:pt x="110" y="14"/>
                    </a:lnTo>
                    <a:lnTo>
                      <a:pt x="32" y="2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150" rIns="90000" bIns="29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29"/>
              <p:cNvSpPr/>
              <p:nvPr/>
            </p:nvSpPr>
            <p:spPr>
              <a:xfrm rot="-7907642" flipH="1">
                <a:off x="466775" y="3665364"/>
                <a:ext cx="43282" cy="157517"/>
              </a:xfrm>
              <a:custGeom>
                <a:avLst/>
                <a:gdLst/>
                <a:ahLst/>
                <a:cxnLst/>
                <a:rect l="l" t="t" r="r" b="b"/>
                <a:pathLst>
                  <a:path w="61" h="222" extrusionOk="0">
                    <a:moveTo>
                      <a:pt x="35" y="222"/>
                    </a:moveTo>
                    <a:lnTo>
                      <a:pt x="0" y="217"/>
                    </a:lnTo>
                    <a:lnTo>
                      <a:pt x="26" y="0"/>
                    </a:lnTo>
                    <a:lnTo>
                      <a:pt x="61" y="4"/>
                    </a:lnTo>
                    <a:lnTo>
                      <a:pt x="35" y="22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4900" rIns="90000" bIns="349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9"/>
              <p:cNvSpPr/>
              <p:nvPr/>
            </p:nvSpPr>
            <p:spPr>
              <a:xfrm rot="-7907642" flipH="1">
                <a:off x="-45741" y="3903248"/>
                <a:ext cx="1889490" cy="1429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015" extrusionOk="0">
                    <a:moveTo>
                      <a:pt x="1378" y="2015"/>
                    </a:moveTo>
                    <a:cubicBezTo>
                      <a:pt x="1346" y="2015"/>
                      <a:pt x="1314" y="2009"/>
                      <a:pt x="1281" y="1996"/>
                    </a:cubicBezTo>
                    <a:cubicBezTo>
                      <a:pt x="1081" y="1915"/>
                      <a:pt x="1114" y="1559"/>
                      <a:pt x="1151" y="1146"/>
                    </a:cubicBezTo>
                    <a:cubicBezTo>
                      <a:pt x="1194" y="666"/>
                      <a:pt x="1244" y="122"/>
                      <a:pt x="883" y="74"/>
                    </a:cubicBezTo>
                    <a:cubicBezTo>
                      <a:pt x="337" y="1"/>
                      <a:pt x="72" y="1168"/>
                      <a:pt x="69" y="1180"/>
                    </a:cubicBezTo>
                    <a:lnTo>
                      <a:pt x="0" y="1165"/>
                    </a:lnTo>
                    <a:cubicBezTo>
                      <a:pt x="3" y="1152"/>
                      <a:pt x="70" y="855"/>
                      <a:pt x="210" y="561"/>
                    </a:cubicBezTo>
                    <a:cubicBezTo>
                      <a:pt x="401" y="163"/>
                      <a:pt x="637" y="-30"/>
                      <a:pt x="892" y="4"/>
                    </a:cubicBezTo>
                    <a:cubicBezTo>
                      <a:pt x="1320" y="61"/>
                      <a:pt x="1267" y="641"/>
                      <a:pt x="1221" y="1152"/>
                    </a:cubicBezTo>
                    <a:cubicBezTo>
                      <a:pt x="1189" y="1505"/>
                      <a:pt x="1156" y="1869"/>
                      <a:pt x="1308" y="1931"/>
                    </a:cubicBezTo>
                    <a:cubicBezTo>
                      <a:pt x="1478" y="2000"/>
                      <a:pt x="1664" y="1800"/>
                      <a:pt x="1861" y="1589"/>
                    </a:cubicBezTo>
                    <a:cubicBezTo>
                      <a:pt x="2104" y="1329"/>
                      <a:pt x="2379" y="1034"/>
                      <a:pt x="2663" y="1273"/>
                    </a:cubicBezTo>
                    <a:lnTo>
                      <a:pt x="2617" y="1327"/>
                    </a:lnTo>
                    <a:cubicBezTo>
                      <a:pt x="2384" y="1132"/>
                      <a:pt x="2155" y="1377"/>
                      <a:pt x="1913" y="1637"/>
                    </a:cubicBezTo>
                    <a:cubicBezTo>
                      <a:pt x="1739" y="1824"/>
                      <a:pt x="1560" y="2015"/>
                      <a:pt x="1378" y="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29"/>
              <p:cNvSpPr/>
              <p:nvPr/>
            </p:nvSpPr>
            <p:spPr>
              <a:xfrm rot="-7907642" flipH="1">
                <a:off x="216255" y="3671238"/>
                <a:ext cx="302262" cy="313616"/>
              </a:xfrm>
              <a:custGeom>
                <a:avLst/>
                <a:gdLst/>
                <a:ahLst/>
                <a:cxnLst/>
                <a:rect l="l" t="t" r="r" b="b"/>
                <a:pathLst>
                  <a:path w="426" h="442" extrusionOk="0">
                    <a:moveTo>
                      <a:pt x="386" y="442"/>
                    </a:moveTo>
                    <a:lnTo>
                      <a:pt x="0" y="339"/>
                    </a:lnTo>
                    <a:cubicBezTo>
                      <a:pt x="0" y="339"/>
                      <a:pt x="71" y="-54"/>
                      <a:pt x="296" y="6"/>
                    </a:cubicBezTo>
                    <a:cubicBezTo>
                      <a:pt x="521" y="67"/>
                      <a:pt x="386" y="442"/>
                      <a:pt x="386" y="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29"/>
              <p:cNvSpPr/>
              <p:nvPr/>
            </p:nvSpPr>
            <p:spPr>
              <a:xfrm rot="10072484" flipH="1">
                <a:off x="222232" y="3555371"/>
                <a:ext cx="107140" cy="80887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14" extrusionOk="0">
                    <a:moveTo>
                      <a:pt x="151" y="0"/>
                    </a:moveTo>
                    <a:lnTo>
                      <a:pt x="32" y="114"/>
                    </a:lnTo>
                    <a:lnTo>
                      <a:pt x="0" y="60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29"/>
              <p:cNvSpPr/>
              <p:nvPr/>
            </p:nvSpPr>
            <p:spPr>
              <a:xfrm rot="3867680">
                <a:off x="1800272" y="3892988"/>
                <a:ext cx="274590" cy="54421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767" extrusionOk="0">
                    <a:moveTo>
                      <a:pt x="91" y="14"/>
                    </a:moveTo>
                    <a:lnTo>
                      <a:pt x="315" y="0"/>
                    </a:lnTo>
                    <a:lnTo>
                      <a:pt x="189" y="344"/>
                    </a:lnTo>
                    <a:lnTo>
                      <a:pt x="387" y="403"/>
                    </a:lnTo>
                    <a:lnTo>
                      <a:pt x="147" y="767"/>
                    </a:lnTo>
                    <a:lnTo>
                      <a:pt x="228" y="471"/>
                    </a:lnTo>
                    <a:lnTo>
                      <a:pt x="0" y="440"/>
                    </a:lnTo>
                    <a:lnTo>
                      <a:pt x="91" y="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29"/>
              <p:cNvSpPr/>
              <p:nvPr/>
            </p:nvSpPr>
            <p:spPr>
              <a:xfrm rot="3867680">
                <a:off x="1590274" y="4394300"/>
                <a:ext cx="211442" cy="97207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7" extrusionOk="0">
                    <a:moveTo>
                      <a:pt x="0" y="137"/>
                    </a:moveTo>
                    <a:lnTo>
                      <a:pt x="271" y="0"/>
                    </a:lnTo>
                    <a:lnTo>
                      <a:pt x="298" y="112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29"/>
              <p:cNvSpPr/>
              <p:nvPr/>
            </p:nvSpPr>
            <p:spPr>
              <a:xfrm rot="10072484" flipH="1">
                <a:off x="440070" y="3305455"/>
                <a:ext cx="122749" cy="20718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92" extrusionOk="0">
                    <a:moveTo>
                      <a:pt x="0" y="0"/>
                    </a:moveTo>
                    <a:lnTo>
                      <a:pt x="173" y="249"/>
                    </a:lnTo>
                    <a:lnTo>
                      <a:pt x="67" y="2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29"/>
              <p:cNvSpPr/>
              <p:nvPr/>
            </p:nvSpPr>
            <p:spPr>
              <a:xfrm rot="10072484" flipH="1">
                <a:off x="493268" y="3465672"/>
                <a:ext cx="105011" cy="73082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03" extrusionOk="0">
                    <a:moveTo>
                      <a:pt x="0" y="0"/>
                    </a:moveTo>
                    <a:lnTo>
                      <a:pt x="148" y="53"/>
                    </a:lnTo>
                    <a:lnTo>
                      <a:pt x="116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30"/>
          <p:cNvGrpSpPr/>
          <p:nvPr/>
        </p:nvGrpSpPr>
        <p:grpSpPr>
          <a:xfrm>
            <a:off x="76844" y="-390751"/>
            <a:ext cx="9622331" cy="5542275"/>
            <a:chOff x="76844" y="-390751"/>
            <a:chExt cx="9622331" cy="5542275"/>
          </a:xfrm>
        </p:grpSpPr>
        <p:grpSp>
          <p:nvGrpSpPr>
            <p:cNvPr id="888" name="Google Shape;888;p30"/>
            <p:cNvGrpSpPr/>
            <p:nvPr/>
          </p:nvGrpSpPr>
          <p:grpSpPr>
            <a:xfrm flipH="1">
              <a:off x="76844" y="4049662"/>
              <a:ext cx="1137212" cy="1101862"/>
              <a:chOff x="3310877" y="3200084"/>
              <a:chExt cx="1441698" cy="1396884"/>
            </a:xfrm>
          </p:grpSpPr>
          <p:sp>
            <p:nvSpPr>
              <p:cNvPr id="889" name="Google Shape;889;p30"/>
              <p:cNvSpPr/>
              <p:nvPr/>
            </p:nvSpPr>
            <p:spPr>
              <a:xfrm>
                <a:off x="3392261" y="3289202"/>
                <a:ext cx="1278939" cy="1307766"/>
              </a:xfrm>
              <a:custGeom>
                <a:avLst/>
                <a:gdLst/>
                <a:ahLst/>
                <a:cxnLst/>
                <a:rect l="l" t="t" r="r" b="b"/>
                <a:pathLst>
                  <a:path w="7276" h="7440" extrusionOk="0">
                    <a:moveTo>
                      <a:pt x="168" y="7440"/>
                    </a:moveTo>
                    <a:cubicBezTo>
                      <a:pt x="168" y="7440"/>
                      <a:pt x="-210" y="6194"/>
                      <a:pt x="168" y="5379"/>
                    </a:cubicBezTo>
                    <a:cubicBezTo>
                      <a:pt x="168" y="5379"/>
                      <a:pt x="471" y="6139"/>
                      <a:pt x="1106" y="6059"/>
                    </a:cubicBezTo>
                    <a:cubicBezTo>
                      <a:pt x="1742" y="5980"/>
                      <a:pt x="1701" y="5367"/>
                      <a:pt x="1419" y="5141"/>
                    </a:cubicBezTo>
                    <a:cubicBezTo>
                      <a:pt x="379" y="4306"/>
                      <a:pt x="605" y="3532"/>
                      <a:pt x="605" y="3532"/>
                    </a:cubicBezTo>
                    <a:cubicBezTo>
                      <a:pt x="605" y="3532"/>
                      <a:pt x="1381" y="4247"/>
                      <a:pt x="1808" y="3989"/>
                    </a:cubicBezTo>
                    <a:cubicBezTo>
                      <a:pt x="2234" y="3730"/>
                      <a:pt x="1161" y="2398"/>
                      <a:pt x="2512" y="1594"/>
                    </a:cubicBezTo>
                    <a:cubicBezTo>
                      <a:pt x="2512" y="1594"/>
                      <a:pt x="2472" y="2737"/>
                      <a:pt x="2988" y="2995"/>
                    </a:cubicBezTo>
                    <a:cubicBezTo>
                      <a:pt x="2988" y="2995"/>
                      <a:pt x="3108" y="680"/>
                      <a:pt x="4697" y="0"/>
                    </a:cubicBezTo>
                    <a:cubicBezTo>
                      <a:pt x="4697" y="0"/>
                      <a:pt x="3922" y="1573"/>
                      <a:pt x="4935" y="2811"/>
                    </a:cubicBezTo>
                    <a:cubicBezTo>
                      <a:pt x="5948" y="4048"/>
                      <a:pt x="6505" y="4023"/>
                      <a:pt x="6366" y="5277"/>
                    </a:cubicBezTo>
                    <a:cubicBezTo>
                      <a:pt x="6366" y="5277"/>
                      <a:pt x="6842" y="5320"/>
                      <a:pt x="7220" y="4863"/>
                    </a:cubicBezTo>
                    <a:cubicBezTo>
                      <a:pt x="7220" y="4863"/>
                      <a:pt x="7538" y="6381"/>
                      <a:pt x="6664" y="7440"/>
                    </a:cubicBezTo>
                    <a:lnTo>
                      <a:pt x="168" y="74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30"/>
              <p:cNvSpPr/>
              <p:nvPr/>
            </p:nvSpPr>
            <p:spPr>
              <a:xfrm>
                <a:off x="3496143" y="4458282"/>
                <a:ext cx="197923" cy="13868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789" extrusionOk="0">
                    <a:moveTo>
                      <a:pt x="199" y="789"/>
                    </a:moveTo>
                    <a:cubicBezTo>
                      <a:pt x="199" y="789"/>
                      <a:pt x="0" y="397"/>
                      <a:pt x="0" y="0"/>
                    </a:cubicBezTo>
                    <a:cubicBezTo>
                      <a:pt x="0" y="0"/>
                      <a:pt x="543" y="730"/>
                      <a:pt x="1126" y="789"/>
                    </a:cubicBezTo>
                    <a:lnTo>
                      <a:pt x="199" y="78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30"/>
              <p:cNvSpPr/>
              <p:nvPr/>
            </p:nvSpPr>
            <p:spPr>
              <a:xfrm>
                <a:off x="3733438" y="3806333"/>
                <a:ext cx="748274" cy="790636"/>
              </a:xfrm>
              <a:custGeom>
                <a:avLst/>
                <a:gdLst/>
                <a:ahLst/>
                <a:cxnLst/>
                <a:rect l="l" t="t" r="r" b="b"/>
                <a:pathLst>
                  <a:path w="4257" h="4498" extrusionOk="0">
                    <a:moveTo>
                      <a:pt x="359" y="4498"/>
                    </a:moveTo>
                    <a:cubicBezTo>
                      <a:pt x="359" y="4498"/>
                      <a:pt x="-449" y="3973"/>
                      <a:pt x="359" y="3510"/>
                    </a:cubicBezTo>
                    <a:cubicBezTo>
                      <a:pt x="1167" y="3046"/>
                      <a:pt x="179" y="2292"/>
                      <a:pt x="179" y="2292"/>
                    </a:cubicBezTo>
                    <a:cubicBezTo>
                      <a:pt x="179" y="2292"/>
                      <a:pt x="769" y="2239"/>
                      <a:pt x="1048" y="2543"/>
                    </a:cubicBezTo>
                    <a:cubicBezTo>
                      <a:pt x="1048" y="2543"/>
                      <a:pt x="491" y="1629"/>
                      <a:pt x="677" y="1007"/>
                    </a:cubicBezTo>
                    <a:cubicBezTo>
                      <a:pt x="677" y="1007"/>
                      <a:pt x="1233" y="1669"/>
                      <a:pt x="1842" y="1775"/>
                    </a:cubicBezTo>
                    <a:cubicBezTo>
                      <a:pt x="1842" y="1775"/>
                      <a:pt x="1498" y="583"/>
                      <a:pt x="1975" y="0"/>
                    </a:cubicBezTo>
                    <a:cubicBezTo>
                      <a:pt x="1975" y="0"/>
                      <a:pt x="1736" y="888"/>
                      <a:pt x="2478" y="1417"/>
                    </a:cubicBezTo>
                    <a:cubicBezTo>
                      <a:pt x="3219" y="1947"/>
                      <a:pt x="4014" y="2257"/>
                      <a:pt x="3193" y="3378"/>
                    </a:cubicBezTo>
                    <a:cubicBezTo>
                      <a:pt x="3193" y="3378"/>
                      <a:pt x="3868" y="3536"/>
                      <a:pt x="4252" y="3285"/>
                    </a:cubicBezTo>
                    <a:cubicBezTo>
                      <a:pt x="4252" y="3285"/>
                      <a:pt x="4345" y="4002"/>
                      <a:pt x="3762" y="4498"/>
                    </a:cubicBezTo>
                    <a:lnTo>
                      <a:pt x="359" y="449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30"/>
              <p:cNvSpPr/>
              <p:nvPr/>
            </p:nvSpPr>
            <p:spPr>
              <a:xfrm>
                <a:off x="4111352" y="3781900"/>
                <a:ext cx="18105" cy="144311"/>
              </a:xfrm>
              <a:custGeom>
                <a:avLst/>
                <a:gdLst/>
                <a:ahLst/>
                <a:cxnLst/>
                <a:rect l="l" t="t" r="r" b="b"/>
                <a:pathLst>
                  <a:path w="103" h="821" extrusionOk="0">
                    <a:moveTo>
                      <a:pt x="103" y="0"/>
                    </a:moveTo>
                    <a:cubicBezTo>
                      <a:pt x="103" y="0"/>
                      <a:pt x="-129" y="398"/>
                      <a:pt x="103" y="821"/>
                    </a:cubicBezTo>
                    <a:cubicBezTo>
                      <a:pt x="103" y="821"/>
                      <a:pt x="10" y="278"/>
                      <a:pt x="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30"/>
              <p:cNvSpPr/>
              <p:nvPr/>
            </p:nvSpPr>
            <p:spPr>
              <a:xfrm>
                <a:off x="3815524" y="4101107"/>
                <a:ext cx="32167" cy="71716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08" extrusionOk="0">
                    <a:moveTo>
                      <a:pt x="59" y="0"/>
                    </a:moveTo>
                    <a:cubicBezTo>
                      <a:pt x="59" y="0"/>
                      <a:pt x="74" y="244"/>
                      <a:pt x="183" y="408"/>
                    </a:cubicBezTo>
                    <a:cubicBezTo>
                      <a:pt x="183" y="408"/>
                      <a:pt x="-125" y="427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30"/>
              <p:cNvSpPr/>
              <p:nvPr/>
            </p:nvSpPr>
            <p:spPr>
              <a:xfrm>
                <a:off x="3767362" y="4262820"/>
                <a:ext cx="55018" cy="50447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87" extrusionOk="0">
                    <a:moveTo>
                      <a:pt x="0" y="9"/>
                    </a:moveTo>
                    <a:cubicBezTo>
                      <a:pt x="0" y="9"/>
                      <a:pt x="283" y="98"/>
                      <a:pt x="313" y="287"/>
                    </a:cubicBezTo>
                    <a:cubicBezTo>
                      <a:pt x="313" y="287"/>
                      <a:pt x="249" y="-60"/>
                      <a:pt x="0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30"/>
              <p:cNvSpPr/>
              <p:nvPr/>
            </p:nvSpPr>
            <p:spPr>
              <a:xfrm>
                <a:off x="3456770" y="4423303"/>
                <a:ext cx="24257" cy="79099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50" extrusionOk="0">
                    <a:moveTo>
                      <a:pt x="85" y="0"/>
                    </a:moveTo>
                    <a:cubicBezTo>
                      <a:pt x="85" y="0"/>
                      <a:pt x="52" y="205"/>
                      <a:pt x="138" y="450"/>
                    </a:cubicBezTo>
                    <a:cubicBezTo>
                      <a:pt x="138" y="450"/>
                      <a:pt x="-133" y="331"/>
                      <a:pt x="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30"/>
              <p:cNvSpPr/>
              <p:nvPr/>
            </p:nvSpPr>
            <p:spPr>
              <a:xfrm>
                <a:off x="4423878" y="4305358"/>
                <a:ext cx="83669" cy="6292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58" extrusionOk="0">
                    <a:moveTo>
                      <a:pt x="0" y="358"/>
                    </a:moveTo>
                    <a:cubicBezTo>
                      <a:pt x="0" y="358"/>
                      <a:pt x="343" y="284"/>
                      <a:pt x="452" y="0"/>
                    </a:cubicBezTo>
                    <a:cubicBezTo>
                      <a:pt x="452" y="0"/>
                      <a:pt x="632" y="327"/>
                      <a:pt x="0" y="35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30"/>
              <p:cNvSpPr/>
              <p:nvPr/>
            </p:nvSpPr>
            <p:spPr>
              <a:xfrm>
                <a:off x="4624611" y="4425061"/>
                <a:ext cx="127964" cy="13095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745" extrusionOk="0">
                    <a:moveTo>
                      <a:pt x="0" y="745"/>
                    </a:moveTo>
                    <a:cubicBezTo>
                      <a:pt x="0" y="745"/>
                      <a:pt x="517" y="546"/>
                      <a:pt x="547" y="0"/>
                    </a:cubicBezTo>
                    <a:cubicBezTo>
                      <a:pt x="547" y="0"/>
                      <a:pt x="1210" y="604"/>
                      <a:pt x="0" y="7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30"/>
              <p:cNvSpPr/>
              <p:nvPr/>
            </p:nvSpPr>
            <p:spPr>
              <a:xfrm>
                <a:off x="4667500" y="4106381"/>
                <a:ext cx="44647" cy="103004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86" extrusionOk="0">
                    <a:moveTo>
                      <a:pt x="157" y="586"/>
                    </a:moveTo>
                    <a:cubicBezTo>
                      <a:pt x="157" y="586"/>
                      <a:pt x="168" y="60"/>
                      <a:pt x="0" y="0"/>
                    </a:cubicBezTo>
                    <a:cubicBezTo>
                      <a:pt x="0" y="0"/>
                      <a:pt x="444" y="209"/>
                      <a:pt x="157" y="5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30"/>
              <p:cNvSpPr/>
              <p:nvPr/>
            </p:nvSpPr>
            <p:spPr>
              <a:xfrm>
                <a:off x="4010106" y="3200084"/>
                <a:ext cx="225168" cy="195813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114" extrusionOk="0">
                    <a:moveTo>
                      <a:pt x="0" y="1114"/>
                    </a:moveTo>
                    <a:cubicBezTo>
                      <a:pt x="0" y="1114"/>
                      <a:pt x="576" y="185"/>
                      <a:pt x="1281" y="115"/>
                    </a:cubicBezTo>
                    <a:cubicBezTo>
                      <a:pt x="1281" y="115"/>
                      <a:pt x="874" y="-500"/>
                      <a:pt x="0" y="11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30"/>
              <p:cNvSpPr/>
              <p:nvPr/>
            </p:nvSpPr>
            <p:spPr>
              <a:xfrm>
                <a:off x="3942081" y="3319787"/>
                <a:ext cx="47811" cy="120582"/>
              </a:xfrm>
              <a:custGeom>
                <a:avLst/>
                <a:gdLst/>
                <a:ahLst/>
                <a:cxnLst/>
                <a:rect l="l" t="t" r="r" b="b"/>
                <a:pathLst>
                  <a:path w="272" h="686" extrusionOk="0">
                    <a:moveTo>
                      <a:pt x="158" y="686"/>
                    </a:moveTo>
                    <a:cubicBezTo>
                      <a:pt x="158" y="686"/>
                      <a:pt x="188" y="130"/>
                      <a:pt x="0" y="0"/>
                    </a:cubicBezTo>
                    <a:cubicBezTo>
                      <a:pt x="0" y="0"/>
                      <a:pt x="486" y="229"/>
                      <a:pt x="158" y="6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4264978" y="3682938"/>
                <a:ext cx="75056" cy="123394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02" extrusionOk="0">
                    <a:moveTo>
                      <a:pt x="0" y="0"/>
                    </a:moveTo>
                    <a:cubicBezTo>
                      <a:pt x="0" y="0"/>
                      <a:pt x="80" y="481"/>
                      <a:pt x="427" y="702"/>
                    </a:cubicBezTo>
                    <a:cubicBezTo>
                      <a:pt x="427" y="702"/>
                      <a:pt x="0" y="726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3364137" y="3841663"/>
                <a:ext cx="85251" cy="13640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776" extrusionOk="0">
                    <a:moveTo>
                      <a:pt x="477" y="776"/>
                    </a:moveTo>
                    <a:cubicBezTo>
                      <a:pt x="477" y="776"/>
                      <a:pt x="516" y="140"/>
                      <a:pt x="0" y="140"/>
                    </a:cubicBezTo>
                    <a:cubicBezTo>
                      <a:pt x="0" y="140"/>
                      <a:pt x="556" y="-446"/>
                      <a:pt x="477" y="7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3310877" y="4416272"/>
                <a:ext cx="60291" cy="134468"/>
              </a:xfrm>
              <a:custGeom>
                <a:avLst/>
                <a:gdLst/>
                <a:ahLst/>
                <a:cxnLst/>
                <a:rect l="l" t="t" r="r" b="b"/>
                <a:pathLst>
                  <a:path w="343" h="765" extrusionOk="0">
                    <a:moveTo>
                      <a:pt x="343" y="765"/>
                    </a:moveTo>
                    <a:cubicBezTo>
                      <a:pt x="343" y="765"/>
                      <a:pt x="54" y="427"/>
                      <a:pt x="54" y="0"/>
                    </a:cubicBezTo>
                    <a:cubicBezTo>
                      <a:pt x="54" y="0"/>
                      <a:pt x="-184" y="547"/>
                      <a:pt x="343" y="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30"/>
            <p:cNvGrpSpPr/>
            <p:nvPr/>
          </p:nvGrpSpPr>
          <p:grpSpPr>
            <a:xfrm rot="6225900">
              <a:off x="6251887" y="1633648"/>
              <a:ext cx="4868956" cy="892740"/>
              <a:chOff x="0" y="3144715"/>
              <a:chExt cx="4010106" cy="735267"/>
            </a:xfrm>
          </p:grpSpPr>
          <p:sp>
            <p:nvSpPr>
              <p:cNvPr id="905" name="Google Shape;905;p30"/>
              <p:cNvSpPr/>
              <p:nvPr/>
            </p:nvSpPr>
            <p:spPr>
              <a:xfrm>
                <a:off x="3110143" y="3191823"/>
                <a:ext cx="751614" cy="56230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199" extrusionOk="0">
                    <a:moveTo>
                      <a:pt x="0" y="1071"/>
                    </a:moveTo>
                    <a:cubicBezTo>
                      <a:pt x="0" y="1071"/>
                      <a:pt x="203" y="1205"/>
                      <a:pt x="263" y="1669"/>
                    </a:cubicBezTo>
                    <a:cubicBezTo>
                      <a:pt x="322" y="2132"/>
                      <a:pt x="492" y="1649"/>
                      <a:pt x="612" y="1735"/>
                    </a:cubicBezTo>
                    <a:cubicBezTo>
                      <a:pt x="733" y="1821"/>
                      <a:pt x="806" y="2258"/>
                      <a:pt x="793" y="2682"/>
                    </a:cubicBezTo>
                    <a:cubicBezTo>
                      <a:pt x="779" y="3106"/>
                      <a:pt x="1004" y="2536"/>
                      <a:pt x="1097" y="2483"/>
                    </a:cubicBezTo>
                    <a:cubicBezTo>
                      <a:pt x="1190" y="2430"/>
                      <a:pt x="1534" y="3165"/>
                      <a:pt x="1852" y="3198"/>
                    </a:cubicBezTo>
                    <a:cubicBezTo>
                      <a:pt x="2170" y="3231"/>
                      <a:pt x="1872" y="2688"/>
                      <a:pt x="1978" y="2569"/>
                    </a:cubicBezTo>
                    <a:cubicBezTo>
                      <a:pt x="2084" y="2450"/>
                      <a:pt x="2633" y="3000"/>
                      <a:pt x="3017" y="2636"/>
                    </a:cubicBezTo>
                    <a:cubicBezTo>
                      <a:pt x="3402" y="2271"/>
                      <a:pt x="3123" y="1344"/>
                      <a:pt x="3613" y="1414"/>
                    </a:cubicBezTo>
                    <a:cubicBezTo>
                      <a:pt x="4103" y="1483"/>
                      <a:pt x="4501" y="1503"/>
                      <a:pt x="4130" y="1152"/>
                    </a:cubicBezTo>
                    <a:cubicBezTo>
                      <a:pt x="3759" y="801"/>
                      <a:pt x="2984" y="543"/>
                      <a:pt x="2561" y="503"/>
                    </a:cubicBezTo>
                    <a:cubicBezTo>
                      <a:pt x="2137" y="464"/>
                      <a:pt x="2673" y="174"/>
                      <a:pt x="2455" y="47"/>
                    </a:cubicBezTo>
                    <a:cubicBezTo>
                      <a:pt x="2236" y="-79"/>
                      <a:pt x="1746" y="439"/>
                      <a:pt x="1283" y="431"/>
                    </a:cubicBezTo>
                    <a:cubicBezTo>
                      <a:pt x="819" y="424"/>
                      <a:pt x="1091" y="-13"/>
                      <a:pt x="865" y="0"/>
                    </a:cubicBezTo>
                    <a:cubicBezTo>
                      <a:pt x="640" y="13"/>
                      <a:pt x="483" y="597"/>
                      <a:pt x="59" y="431"/>
                    </a:cubicBezTo>
                    <a:lnTo>
                      <a:pt x="0" y="10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0" y="3180925"/>
                <a:ext cx="3080281" cy="699057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77" extrusionOk="0">
                    <a:moveTo>
                      <a:pt x="17524" y="463"/>
                    </a:move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19" y="3962"/>
                      <a:pt x="256" y="3977"/>
                      <a:pt x="648" y="3977"/>
                    </a:cubicBezTo>
                    <a:cubicBezTo>
                      <a:pt x="1066" y="3977"/>
                      <a:pt x="1660" y="3960"/>
                      <a:pt x="2353" y="3890"/>
                    </a:cubicBezTo>
                    <a:cubicBezTo>
                      <a:pt x="3595" y="3764"/>
                      <a:pt x="5395" y="3437"/>
                      <a:pt x="6916" y="2589"/>
                    </a:cubicBezTo>
                    <a:cubicBezTo>
                      <a:pt x="8633" y="1633"/>
                      <a:pt x="9496" y="2021"/>
                      <a:pt x="10331" y="2398"/>
                    </a:cubicBezTo>
                    <a:cubicBezTo>
                      <a:pt x="10823" y="2619"/>
                      <a:pt x="11332" y="2849"/>
                      <a:pt x="11952" y="2730"/>
                    </a:cubicBezTo>
                    <a:cubicBezTo>
                      <a:pt x="12457" y="2633"/>
                      <a:pt x="12865" y="2223"/>
                      <a:pt x="13297" y="1788"/>
                    </a:cubicBezTo>
                    <a:cubicBezTo>
                      <a:pt x="14184" y="896"/>
                      <a:pt x="15174" y="-99"/>
                      <a:pt x="17364" y="931"/>
                    </a:cubicBezTo>
                    <a:lnTo>
                      <a:pt x="17524" y="4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0" y="3180925"/>
                <a:ext cx="3080281" cy="696245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961" extrusionOk="0">
                    <a:moveTo>
                      <a:pt x="32" y="3539"/>
                    </a:moveTo>
                    <a:cubicBezTo>
                      <a:pt x="71" y="3541"/>
                      <a:pt x="3901" y="3774"/>
                      <a:pt x="6676" y="2228"/>
                    </a:cubicBezTo>
                    <a:cubicBezTo>
                      <a:pt x="8610" y="1151"/>
                      <a:pt x="9677" y="1632"/>
                      <a:pt x="10534" y="2018"/>
                    </a:cubicBezTo>
                    <a:cubicBezTo>
                      <a:pt x="10994" y="2225"/>
                      <a:pt x="11392" y="2405"/>
                      <a:pt x="11859" y="2315"/>
                    </a:cubicBezTo>
                    <a:cubicBezTo>
                      <a:pt x="12214" y="2247"/>
                      <a:pt x="12554" y="1906"/>
                      <a:pt x="12947" y="1511"/>
                    </a:cubicBezTo>
                    <a:cubicBezTo>
                      <a:pt x="13849" y="603"/>
                      <a:pt x="15042" y="-596"/>
                      <a:pt x="17504" y="524"/>
                    </a:cubicBezTo>
                    <a:lnTo>
                      <a:pt x="17524" y="463"/>
                    </a:lnTo>
                    <a:cubicBezTo>
                      <a:pt x="15048" y="-673"/>
                      <a:pt x="13852" y="529"/>
                      <a:pt x="12947" y="1440"/>
                    </a:cubicBezTo>
                    <a:cubicBezTo>
                      <a:pt x="12554" y="1835"/>
                      <a:pt x="12214" y="2177"/>
                      <a:pt x="11859" y="2245"/>
                    </a:cubicBezTo>
                    <a:cubicBezTo>
                      <a:pt x="11392" y="2334"/>
                      <a:pt x="10994" y="2155"/>
                      <a:pt x="10534" y="1947"/>
                    </a:cubicBezTo>
                    <a:cubicBezTo>
                      <a:pt x="9677" y="1561"/>
                      <a:pt x="8610" y="1080"/>
                      <a:pt x="6676" y="2158"/>
                    </a:cubicBezTo>
                    <a:cubicBezTo>
                      <a:pt x="3901" y="3703"/>
                      <a:pt x="71" y="3471"/>
                      <a:pt x="32" y="3468"/>
                    </a:cubicBezTo>
                    <a:lnTo>
                      <a:pt x="0" y="3961"/>
                    </a:lnTo>
                    <a:cubicBezTo>
                      <a:pt x="0" y="3961"/>
                      <a:pt x="2" y="3961"/>
                      <a:pt x="4" y="3961"/>
                    </a:cubicBezTo>
                    <a:lnTo>
                      <a:pt x="32" y="3539"/>
                    </a:ln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30"/>
              <p:cNvSpPr/>
              <p:nvPr/>
            </p:nvSpPr>
            <p:spPr>
              <a:xfrm>
                <a:off x="0" y="3248950"/>
                <a:ext cx="3080281" cy="631032"/>
              </a:xfrm>
              <a:custGeom>
                <a:avLst/>
                <a:gdLst/>
                <a:ahLst/>
                <a:cxnLst/>
                <a:rect l="l" t="t" r="r" b="b"/>
                <a:pathLst>
                  <a:path w="17524" h="3590" extrusionOk="0">
                    <a:moveTo>
                      <a:pt x="17364" y="438"/>
                    </a:moveTo>
                    <a:cubicBezTo>
                      <a:pt x="15174" y="-592"/>
                      <a:pt x="14184" y="403"/>
                      <a:pt x="13297" y="1295"/>
                    </a:cubicBezTo>
                    <a:cubicBezTo>
                      <a:pt x="12865" y="1730"/>
                      <a:pt x="12457" y="2141"/>
                      <a:pt x="11952" y="2237"/>
                    </a:cubicBezTo>
                    <a:cubicBezTo>
                      <a:pt x="11331" y="2356"/>
                      <a:pt x="10823" y="2127"/>
                      <a:pt x="10331" y="1905"/>
                    </a:cubicBezTo>
                    <a:cubicBezTo>
                      <a:pt x="9496" y="1529"/>
                      <a:pt x="8633" y="1140"/>
                      <a:pt x="6916" y="2096"/>
                    </a:cubicBezTo>
                    <a:cubicBezTo>
                      <a:pt x="5394" y="2944"/>
                      <a:pt x="3595" y="3271"/>
                      <a:pt x="2353" y="3397"/>
                    </a:cubicBezTo>
                    <a:cubicBezTo>
                      <a:pt x="1660" y="3467"/>
                      <a:pt x="1066" y="3485"/>
                      <a:pt x="648" y="3485"/>
                    </a:cubicBezTo>
                    <a:cubicBezTo>
                      <a:pt x="282" y="3485"/>
                      <a:pt x="52" y="3471"/>
                      <a:pt x="7" y="3469"/>
                    </a:cubicBezTo>
                    <a:lnTo>
                      <a:pt x="0" y="3574"/>
                    </a:lnTo>
                    <a:cubicBezTo>
                      <a:pt x="19" y="3575"/>
                      <a:pt x="256" y="3590"/>
                      <a:pt x="648" y="3590"/>
                    </a:cubicBezTo>
                    <a:cubicBezTo>
                      <a:pt x="1066" y="3590"/>
                      <a:pt x="1660" y="3573"/>
                      <a:pt x="2353" y="3503"/>
                    </a:cubicBezTo>
                    <a:cubicBezTo>
                      <a:pt x="3595" y="3377"/>
                      <a:pt x="5394" y="3050"/>
                      <a:pt x="6916" y="2202"/>
                    </a:cubicBezTo>
                    <a:cubicBezTo>
                      <a:pt x="8633" y="1246"/>
                      <a:pt x="9496" y="1635"/>
                      <a:pt x="10331" y="2011"/>
                    </a:cubicBezTo>
                    <a:cubicBezTo>
                      <a:pt x="10823" y="2232"/>
                      <a:pt x="11331" y="2462"/>
                      <a:pt x="11952" y="2343"/>
                    </a:cubicBezTo>
                    <a:cubicBezTo>
                      <a:pt x="12457" y="2246"/>
                      <a:pt x="12865" y="1836"/>
                      <a:pt x="13297" y="1401"/>
                    </a:cubicBezTo>
                    <a:cubicBezTo>
                      <a:pt x="14184" y="509"/>
                      <a:pt x="15174" y="-486"/>
                      <a:pt x="17364" y="544"/>
                    </a:cubicBezTo>
                    <a:lnTo>
                      <a:pt x="17524" y="76"/>
                    </a:lnTo>
                    <a:cubicBezTo>
                      <a:pt x="17514" y="71"/>
                      <a:pt x="17504" y="66"/>
                      <a:pt x="17493" y="62"/>
                    </a:cubicBezTo>
                    <a:lnTo>
                      <a:pt x="17364" y="4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30"/>
              <p:cNvSpPr/>
              <p:nvPr/>
            </p:nvSpPr>
            <p:spPr>
              <a:xfrm>
                <a:off x="3000636" y="3245434"/>
                <a:ext cx="119879" cy="138511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88" extrusionOk="0">
                    <a:moveTo>
                      <a:pt x="0" y="465"/>
                    </a:moveTo>
                    <a:lnTo>
                      <a:pt x="551" y="788"/>
                    </a:lnTo>
                    <a:lnTo>
                      <a:pt x="682" y="55"/>
                    </a:lnTo>
                    <a:lnTo>
                      <a:pt x="173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3000636" y="3253696"/>
                <a:ext cx="119879" cy="129722"/>
              </a:xfrm>
              <a:custGeom>
                <a:avLst/>
                <a:gdLst/>
                <a:ahLst/>
                <a:cxnLst/>
                <a:rect l="l" t="t" r="r" b="b"/>
                <a:pathLst>
                  <a:path w="682" h="738" extrusionOk="0">
                    <a:moveTo>
                      <a:pt x="554" y="722"/>
                    </a:moveTo>
                    <a:lnTo>
                      <a:pt x="682" y="8"/>
                    </a:lnTo>
                    <a:lnTo>
                      <a:pt x="612" y="0"/>
                    </a:lnTo>
                    <a:cubicBezTo>
                      <a:pt x="617" y="593"/>
                      <a:pt x="137" y="406"/>
                      <a:pt x="24" y="353"/>
                    </a:cubicBezTo>
                    <a:lnTo>
                      <a:pt x="0" y="418"/>
                    </a:lnTo>
                    <a:lnTo>
                      <a:pt x="546" y="738"/>
                    </a:lnTo>
                    <a:lnTo>
                      <a:pt x="554" y="72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2979543" y="3234888"/>
                <a:ext cx="59412" cy="99664"/>
              </a:xfrm>
              <a:custGeom>
                <a:avLst/>
                <a:gdLst/>
                <a:ahLst/>
                <a:cxnLst/>
                <a:rect l="l" t="t" r="r" b="b"/>
                <a:pathLst>
                  <a:path w="338" h="567" extrusionOk="0">
                    <a:moveTo>
                      <a:pt x="204" y="0"/>
                    </a:moveTo>
                    <a:lnTo>
                      <a:pt x="0" y="515"/>
                    </a:lnTo>
                    <a:lnTo>
                      <a:pt x="117" y="567"/>
                    </a:lnTo>
                    <a:lnTo>
                      <a:pt x="338" y="105"/>
                    </a:lnTo>
                    <a:lnTo>
                      <a:pt x="20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3090457" y="3250356"/>
                <a:ext cx="35331" cy="1439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819" extrusionOk="0">
                    <a:moveTo>
                      <a:pt x="149" y="0"/>
                    </a:moveTo>
                    <a:lnTo>
                      <a:pt x="0" y="772"/>
                    </a:lnTo>
                    <a:lnTo>
                      <a:pt x="102" y="819"/>
                    </a:lnTo>
                    <a:lnTo>
                      <a:pt x="201" y="0"/>
                    </a:lnTo>
                    <a:lnTo>
                      <a:pt x="1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3114538" y="3278656"/>
                <a:ext cx="425024" cy="279658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591" extrusionOk="0">
                    <a:moveTo>
                      <a:pt x="0" y="398"/>
                    </a:moveTo>
                    <a:cubicBezTo>
                      <a:pt x="0" y="398"/>
                      <a:pt x="292" y="522"/>
                      <a:pt x="456" y="796"/>
                    </a:cubicBezTo>
                    <a:cubicBezTo>
                      <a:pt x="620" y="1069"/>
                      <a:pt x="590" y="652"/>
                      <a:pt x="700" y="701"/>
                    </a:cubicBezTo>
                    <a:cubicBezTo>
                      <a:pt x="809" y="751"/>
                      <a:pt x="893" y="1506"/>
                      <a:pt x="993" y="1496"/>
                    </a:cubicBezTo>
                    <a:cubicBezTo>
                      <a:pt x="1092" y="1486"/>
                      <a:pt x="1052" y="1039"/>
                      <a:pt x="1157" y="1059"/>
                    </a:cubicBezTo>
                    <a:cubicBezTo>
                      <a:pt x="1261" y="1079"/>
                      <a:pt x="1638" y="1680"/>
                      <a:pt x="2113" y="1580"/>
                    </a:cubicBezTo>
                    <a:cubicBezTo>
                      <a:pt x="2587" y="1481"/>
                      <a:pt x="1922" y="781"/>
                      <a:pt x="2113" y="726"/>
                    </a:cubicBezTo>
                    <a:cubicBezTo>
                      <a:pt x="2304" y="671"/>
                      <a:pt x="2588" y="467"/>
                      <a:pt x="2287" y="398"/>
                    </a:cubicBezTo>
                    <a:cubicBezTo>
                      <a:pt x="1986" y="329"/>
                      <a:pt x="1320" y="521"/>
                      <a:pt x="1122" y="365"/>
                    </a:cubicBezTo>
                    <a:cubicBezTo>
                      <a:pt x="923" y="210"/>
                      <a:pt x="938" y="-33"/>
                      <a:pt x="819" y="4"/>
                    </a:cubicBezTo>
                    <a:cubicBezTo>
                      <a:pt x="700" y="41"/>
                      <a:pt x="423" y="414"/>
                      <a:pt x="37" y="60"/>
                    </a:cubicBezTo>
                    <a:lnTo>
                      <a:pt x="0" y="39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3275019" y="3558314"/>
                <a:ext cx="20917" cy="40077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28" extrusionOk="0">
                    <a:moveTo>
                      <a:pt x="119" y="114"/>
                    </a:moveTo>
                    <a:cubicBezTo>
                      <a:pt x="119" y="177"/>
                      <a:pt x="93" y="228"/>
                      <a:pt x="60" y="228"/>
                    </a:cubicBezTo>
                    <a:cubicBezTo>
                      <a:pt x="27" y="228"/>
                      <a:pt x="0" y="177"/>
                      <a:pt x="0" y="114"/>
                    </a:cubicBezTo>
                    <a:cubicBezTo>
                      <a:pt x="0" y="51"/>
                      <a:pt x="27" y="0"/>
                      <a:pt x="60" y="0"/>
                    </a:cubicBezTo>
                    <a:cubicBezTo>
                      <a:pt x="93" y="0"/>
                      <a:pt x="119" y="51"/>
                      <a:pt x="119" y="1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3308768" y="3549174"/>
                <a:ext cx="93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53" y="26"/>
                    </a:moveTo>
                    <a:cubicBezTo>
                      <a:pt x="53" y="41"/>
                      <a:pt x="41" y="52"/>
                      <a:pt x="26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cubicBezTo>
                      <a:pt x="41" y="0"/>
                      <a:pt x="53" y="12"/>
                      <a:pt x="53" y="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3528837" y="3564818"/>
                <a:ext cx="66970" cy="58182"/>
              </a:xfrm>
              <a:custGeom>
                <a:avLst/>
                <a:gdLst/>
                <a:ahLst/>
                <a:cxnLst/>
                <a:rect l="l" t="t" r="r" b="b"/>
                <a:pathLst>
                  <a:path w="381" h="331" extrusionOk="0">
                    <a:moveTo>
                      <a:pt x="381" y="166"/>
                    </a:moveTo>
                    <a:cubicBezTo>
                      <a:pt x="381" y="257"/>
                      <a:pt x="295" y="331"/>
                      <a:pt x="190" y="331"/>
                    </a:cubicBezTo>
                    <a:cubicBezTo>
                      <a:pt x="85" y="331"/>
                      <a:pt x="0" y="257"/>
                      <a:pt x="0" y="166"/>
                    </a:cubicBezTo>
                    <a:cubicBezTo>
                      <a:pt x="0" y="74"/>
                      <a:pt x="85" y="0"/>
                      <a:pt x="190" y="0"/>
                    </a:cubicBezTo>
                    <a:cubicBezTo>
                      <a:pt x="295" y="0"/>
                      <a:pt x="381" y="74"/>
                      <a:pt x="381" y="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0"/>
              <p:cNvSpPr/>
              <p:nvPr/>
            </p:nvSpPr>
            <p:spPr>
              <a:xfrm>
                <a:off x="3476984" y="3581692"/>
                <a:ext cx="17753" cy="177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101" y="51"/>
                    </a:moveTo>
                    <a:cubicBezTo>
                      <a:pt x="101" y="79"/>
                      <a:pt x="78" y="101"/>
                      <a:pt x="51" y="101"/>
                    </a:cubicBezTo>
                    <a:cubicBezTo>
                      <a:pt x="23" y="101"/>
                      <a:pt x="0" y="79"/>
                      <a:pt x="0" y="51"/>
                    </a:cubicBezTo>
                    <a:cubicBezTo>
                      <a:pt x="0" y="23"/>
                      <a:pt x="23" y="0"/>
                      <a:pt x="51" y="0"/>
                    </a:cubicBezTo>
                    <a:cubicBezTo>
                      <a:pt x="78" y="0"/>
                      <a:pt x="101" y="23"/>
                      <a:pt x="101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30"/>
              <p:cNvSpPr/>
              <p:nvPr/>
            </p:nvSpPr>
            <p:spPr>
              <a:xfrm>
                <a:off x="3579460" y="3354239"/>
                <a:ext cx="813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08" extrusionOk="0">
                    <a:moveTo>
                      <a:pt x="463" y="104"/>
                    </a:moveTo>
                    <a:cubicBezTo>
                      <a:pt x="463" y="162"/>
                      <a:pt x="360" y="208"/>
                      <a:pt x="232" y="208"/>
                    </a:cubicBezTo>
                    <a:cubicBezTo>
                      <a:pt x="104" y="208"/>
                      <a:pt x="0" y="162"/>
                      <a:pt x="0" y="104"/>
                    </a:cubicBezTo>
                    <a:cubicBezTo>
                      <a:pt x="0" y="46"/>
                      <a:pt x="104" y="0"/>
                      <a:pt x="232" y="0"/>
                    </a:cubicBezTo>
                    <a:cubicBezTo>
                      <a:pt x="360" y="0"/>
                      <a:pt x="463" y="46"/>
                      <a:pt x="463" y="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0"/>
              <p:cNvSpPr/>
              <p:nvPr/>
            </p:nvSpPr>
            <p:spPr>
              <a:xfrm>
                <a:off x="3547469" y="3412421"/>
                <a:ext cx="13007" cy="1300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4" extrusionOk="0">
                    <a:moveTo>
                      <a:pt x="74" y="37"/>
                    </a:moveTo>
                    <a:cubicBezTo>
                      <a:pt x="74" y="58"/>
                      <a:pt x="58" y="74"/>
                      <a:pt x="37" y="74"/>
                    </a:cubicBezTo>
                    <a:cubicBezTo>
                      <a:pt x="16" y="74"/>
                      <a:pt x="0" y="58"/>
                      <a:pt x="0" y="37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8" y="0"/>
                      <a:pt x="74" y="17"/>
                      <a:pt x="74" y="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30"/>
              <p:cNvSpPr/>
              <p:nvPr/>
            </p:nvSpPr>
            <p:spPr>
              <a:xfrm>
                <a:off x="3327048" y="3314690"/>
                <a:ext cx="55721" cy="2548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45" extrusionOk="0">
                    <a:moveTo>
                      <a:pt x="317" y="73"/>
                    </a:moveTo>
                    <a:cubicBezTo>
                      <a:pt x="317" y="113"/>
                      <a:pt x="246" y="145"/>
                      <a:pt x="158" y="145"/>
                    </a:cubicBezTo>
                    <a:cubicBezTo>
                      <a:pt x="71" y="145"/>
                      <a:pt x="0" y="113"/>
                      <a:pt x="0" y="73"/>
                    </a:cubicBezTo>
                    <a:cubicBezTo>
                      <a:pt x="0" y="32"/>
                      <a:pt x="71" y="0"/>
                      <a:pt x="158" y="0"/>
                    </a:cubicBezTo>
                    <a:cubicBezTo>
                      <a:pt x="246" y="0"/>
                      <a:pt x="317" y="32"/>
                      <a:pt x="317" y="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7200" rIns="90000" bIns="720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0"/>
              <p:cNvSpPr/>
              <p:nvPr/>
            </p:nvSpPr>
            <p:spPr>
              <a:xfrm>
                <a:off x="3237755" y="3245434"/>
                <a:ext cx="11074" cy="17578"/>
              </a:xfrm>
              <a:custGeom>
                <a:avLst/>
                <a:gdLst/>
                <a:ahLst/>
                <a:cxnLst/>
                <a:rect l="l" t="t" r="r" b="b"/>
                <a:pathLst>
                  <a:path w="63" h="100" extrusionOk="0">
                    <a:moveTo>
                      <a:pt x="63" y="50"/>
                    </a:moveTo>
                    <a:cubicBezTo>
                      <a:pt x="63" y="78"/>
                      <a:pt x="49" y="100"/>
                      <a:pt x="32" y="100"/>
                    </a:cubicBezTo>
                    <a:cubicBezTo>
                      <a:pt x="14" y="100"/>
                      <a:pt x="0" y="78"/>
                      <a:pt x="0" y="50"/>
                    </a:cubicBezTo>
                    <a:cubicBezTo>
                      <a:pt x="0" y="23"/>
                      <a:pt x="14" y="0"/>
                      <a:pt x="32" y="0"/>
                    </a:cubicBezTo>
                    <a:cubicBezTo>
                      <a:pt x="49" y="0"/>
                      <a:pt x="63" y="23"/>
                      <a:pt x="63" y="5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0"/>
              <p:cNvSpPr/>
              <p:nvPr/>
            </p:nvSpPr>
            <p:spPr>
              <a:xfrm>
                <a:off x="3172543" y="3298343"/>
                <a:ext cx="20390" cy="1054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60" extrusionOk="0">
                    <a:moveTo>
                      <a:pt x="116" y="30"/>
                    </a:moveTo>
                    <a:cubicBezTo>
                      <a:pt x="116" y="46"/>
                      <a:pt x="90" y="60"/>
                      <a:pt x="58" y="60"/>
                    </a:cubicBezTo>
                    <a:cubicBezTo>
                      <a:pt x="26" y="60"/>
                      <a:pt x="0" y="46"/>
                      <a:pt x="0" y="30"/>
                    </a:cubicBezTo>
                    <a:cubicBezTo>
                      <a:pt x="0" y="13"/>
                      <a:pt x="26" y="0"/>
                      <a:pt x="58" y="0"/>
                    </a:cubicBezTo>
                    <a:cubicBezTo>
                      <a:pt x="90" y="0"/>
                      <a:pt x="116" y="13"/>
                      <a:pt x="116" y="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30"/>
              <p:cNvSpPr/>
              <p:nvPr/>
            </p:nvSpPr>
            <p:spPr>
              <a:xfrm>
                <a:off x="3485948" y="3781900"/>
                <a:ext cx="53611" cy="66443"/>
              </a:xfrm>
              <a:custGeom>
                <a:avLst/>
                <a:gdLst/>
                <a:ahLst/>
                <a:cxnLst/>
                <a:rect l="l" t="t" r="r" b="b"/>
                <a:pathLst>
                  <a:path w="305" h="378" extrusionOk="0">
                    <a:moveTo>
                      <a:pt x="305" y="189"/>
                    </a:moveTo>
                    <a:cubicBezTo>
                      <a:pt x="305" y="293"/>
                      <a:pt x="237" y="378"/>
                      <a:pt x="152" y="378"/>
                    </a:cubicBezTo>
                    <a:cubicBezTo>
                      <a:pt x="68" y="378"/>
                      <a:pt x="0" y="293"/>
                      <a:pt x="0" y="189"/>
                    </a:cubicBezTo>
                    <a:cubicBezTo>
                      <a:pt x="0" y="85"/>
                      <a:pt x="68" y="0"/>
                      <a:pt x="152" y="0"/>
                    </a:cubicBezTo>
                    <a:cubicBezTo>
                      <a:pt x="237" y="0"/>
                      <a:pt x="305" y="85"/>
                      <a:pt x="305" y="1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>
                <a:off x="3431107" y="3781900"/>
                <a:ext cx="24433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39" extrusionOk="0">
                    <a:moveTo>
                      <a:pt x="139" y="70"/>
                    </a:moveTo>
                    <a:cubicBezTo>
                      <a:pt x="139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9" y="31"/>
                      <a:pt x="139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>
                <a:off x="3756991" y="3272152"/>
                <a:ext cx="91930" cy="4763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271" extrusionOk="0">
                    <a:moveTo>
                      <a:pt x="523" y="136"/>
                    </a:moveTo>
                    <a:cubicBezTo>
                      <a:pt x="523" y="211"/>
                      <a:pt x="406" y="271"/>
                      <a:pt x="261" y="271"/>
                    </a:cubicBezTo>
                    <a:cubicBezTo>
                      <a:pt x="117" y="271"/>
                      <a:pt x="0" y="211"/>
                      <a:pt x="0" y="136"/>
                    </a:cubicBezTo>
                    <a:cubicBezTo>
                      <a:pt x="0" y="61"/>
                      <a:pt x="117" y="0"/>
                      <a:pt x="261" y="0"/>
                    </a:cubicBezTo>
                    <a:cubicBezTo>
                      <a:pt x="406" y="0"/>
                      <a:pt x="523" y="61"/>
                      <a:pt x="523" y="1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>
                <a:off x="3705665" y="3263012"/>
                <a:ext cx="26190" cy="2619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9" extrusionOk="0">
                    <a:moveTo>
                      <a:pt x="149" y="75"/>
                    </a:moveTo>
                    <a:cubicBezTo>
                      <a:pt x="149" y="116"/>
                      <a:pt x="116" y="149"/>
                      <a:pt x="75" y="149"/>
                    </a:cubicBezTo>
                    <a:cubicBezTo>
                      <a:pt x="34" y="149"/>
                      <a:pt x="0" y="116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16" y="0"/>
                      <a:pt x="149" y="34"/>
                      <a:pt x="149" y="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8625" rIns="90000" bIns="86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>
                <a:off x="3553973" y="3144715"/>
                <a:ext cx="47108" cy="47108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68" extrusionOk="0">
                    <a:moveTo>
                      <a:pt x="268" y="134"/>
                    </a:moveTo>
                    <a:cubicBezTo>
                      <a:pt x="268" y="208"/>
                      <a:pt x="208" y="268"/>
                      <a:pt x="134" y="268"/>
                    </a:cubicBezTo>
                    <a:cubicBezTo>
                      <a:pt x="60" y="268"/>
                      <a:pt x="0" y="208"/>
                      <a:pt x="0" y="134"/>
                    </a:cubicBezTo>
                    <a:cubicBezTo>
                      <a:pt x="0" y="60"/>
                      <a:pt x="60" y="0"/>
                      <a:pt x="134" y="0"/>
                    </a:cubicBezTo>
                    <a:cubicBezTo>
                      <a:pt x="208" y="0"/>
                      <a:pt x="268" y="60"/>
                      <a:pt x="268" y="1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>
                <a:off x="3485948" y="3168269"/>
                <a:ext cx="16347" cy="16347"/>
              </a:xfrm>
              <a:custGeom>
                <a:avLst/>
                <a:gdLst/>
                <a:ahLst/>
                <a:cxnLst/>
                <a:rect l="l" t="t" r="r" b="b"/>
                <a:pathLst>
                  <a:path w="93" h="93" extrusionOk="0">
                    <a:moveTo>
                      <a:pt x="93" y="46"/>
                    </a:moveTo>
                    <a:cubicBezTo>
                      <a:pt x="93" y="72"/>
                      <a:pt x="72" y="93"/>
                      <a:pt x="46" y="93"/>
                    </a:cubicBezTo>
                    <a:cubicBezTo>
                      <a:pt x="20" y="93"/>
                      <a:pt x="0" y="72"/>
                      <a:pt x="0" y="46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72" y="0"/>
                      <a:pt x="93" y="21"/>
                      <a:pt x="93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>
                <a:off x="3108210" y="3473063"/>
                <a:ext cx="24784" cy="3656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208" extrusionOk="0">
                    <a:moveTo>
                      <a:pt x="141" y="104"/>
                    </a:moveTo>
                    <a:cubicBezTo>
                      <a:pt x="141" y="161"/>
                      <a:pt x="110" y="208"/>
                      <a:pt x="70" y="208"/>
                    </a:cubicBezTo>
                    <a:cubicBezTo>
                      <a:pt x="31" y="208"/>
                      <a:pt x="0" y="161"/>
                      <a:pt x="0" y="104"/>
                    </a:cubicBezTo>
                    <a:cubicBezTo>
                      <a:pt x="0" y="46"/>
                      <a:pt x="31" y="0"/>
                      <a:pt x="70" y="0"/>
                    </a:cubicBezTo>
                    <a:cubicBezTo>
                      <a:pt x="110" y="0"/>
                      <a:pt x="141" y="46"/>
                      <a:pt x="141" y="10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29875" rIns="90000" bIns="29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>
                <a:off x="3217717" y="3686630"/>
                <a:ext cx="15820" cy="158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>
                <a:off x="3746445" y="3491344"/>
                <a:ext cx="56424" cy="56424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1" extrusionOk="0">
                    <a:moveTo>
                      <a:pt x="321" y="160"/>
                    </a:moveTo>
                    <a:cubicBezTo>
                      <a:pt x="321" y="249"/>
                      <a:pt x="249" y="321"/>
                      <a:pt x="161" y="321"/>
                    </a:cubicBezTo>
                    <a:cubicBezTo>
                      <a:pt x="72" y="321"/>
                      <a:pt x="0" y="249"/>
                      <a:pt x="0" y="160"/>
                    </a:cubicBezTo>
                    <a:cubicBezTo>
                      <a:pt x="0" y="72"/>
                      <a:pt x="72" y="0"/>
                      <a:pt x="161" y="0"/>
                    </a:cubicBezTo>
                    <a:cubicBezTo>
                      <a:pt x="249" y="0"/>
                      <a:pt x="321" y="72"/>
                      <a:pt x="321" y="1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>
                <a:off x="3912903" y="3598391"/>
                <a:ext cx="97204" cy="97204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53" extrusionOk="0">
                    <a:moveTo>
                      <a:pt x="553" y="276"/>
                    </a:moveTo>
                    <a:cubicBezTo>
                      <a:pt x="553" y="429"/>
                      <a:pt x="429" y="553"/>
                      <a:pt x="276" y="553"/>
                    </a:cubicBezTo>
                    <a:cubicBezTo>
                      <a:pt x="124" y="553"/>
                      <a:pt x="0" y="429"/>
                      <a:pt x="0" y="276"/>
                    </a:cubicBezTo>
                    <a:cubicBezTo>
                      <a:pt x="0" y="123"/>
                      <a:pt x="124" y="0"/>
                      <a:pt x="276" y="0"/>
                    </a:cubicBezTo>
                    <a:cubicBezTo>
                      <a:pt x="429" y="0"/>
                      <a:pt x="553" y="123"/>
                      <a:pt x="553" y="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>
                <a:off x="3904817" y="3529311"/>
                <a:ext cx="24257" cy="2443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39" extrusionOk="0">
                    <a:moveTo>
                      <a:pt x="138" y="70"/>
                    </a:moveTo>
                    <a:cubicBezTo>
                      <a:pt x="138" y="108"/>
                      <a:pt x="107" y="139"/>
                      <a:pt x="69" y="139"/>
                    </a:cubicBezTo>
                    <a:cubicBezTo>
                      <a:pt x="31" y="139"/>
                      <a:pt x="0" y="108"/>
                      <a:pt x="0" y="70"/>
                    </a:cubicBezTo>
                    <a:cubicBezTo>
                      <a:pt x="0" y="31"/>
                      <a:pt x="31" y="0"/>
                      <a:pt x="69" y="0"/>
                    </a:cubicBezTo>
                    <a:cubicBezTo>
                      <a:pt x="107" y="0"/>
                      <a:pt x="138" y="31"/>
                      <a:pt x="138" y="7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5025" rIns="90000" bIns="5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>
                <a:off x="3690549" y="3717918"/>
                <a:ext cx="283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161" extrusionOk="0">
                    <a:moveTo>
                      <a:pt x="161" y="80"/>
                    </a:moveTo>
                    <a:cubicBezTo>
                      <a:pt x="161" y="125"/>
                      <a:pt x="125" y="161"/>
                      <a:pt x="80" y="161"/>
                    </a:cubicBezTo>
                    <a:cubicBezTo>
                      <a:pt x="36" y="161"/>
                      <a:pt x="0" y="125"/>
                      <a:pt x="0" y="80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125" y="0"/>
                      <a:pt x="161" y="36"/>
                      <a:pt x="161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12950" rIns="90000" bIns="12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5" name="Google Shape;935;p30"/>
            <p:cNvGrpSpPr/>
            <p:nvPr/>
          </p:nvGrpSpPr>
          <p:grpSpPr>
            <a:xfrm rot="-1149972">
              <a:off x="166429" y="2568221"/>
              <a:ext cx="600173" cy="626763"/>
              <a:chOff x="8424012" y="933664"/>
              <a:chExt cx="680396" cy="710540"/>
            </a:xfrm>
          </p:grpSpPr>
          <p:sp>
            <p:nvSpPr>
              <p:cNvPr id="936" name="Google Shape;936;p30"/>
              <p:cNvSpPr/>
              <p:nvPr/>
            </p:nvSpPr>
            <p:spPr>
              <a:xfrm>
                <a:off x="8424012" y="963918"/>
                <a:ext cx="680396" cy="680286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6206" extrusionOk="0">
                    <a:moveTo>
                      <a:pt x="3104" y="439"/>
                    </a:moveTo>
                    <a:cubicBezTo>
                      <a:pt x="1908" y="439"/>
                      <a:pt x="818" y="1252"/>
                      <a:pt x="518" y="2462"/>
                    </a:cubicBezTo>
                    <a:cubicBezTo>
                      <a:pt x="165" y="3888"/>
                      <a:pt x="1038" y="5335"/>
                      <a:pt x="2463" y="5688"/>
                    </a:cubicBezTo>
                    <a:cubicBezTo>
                      <a:pt x="3889" y="6041"/>
                      <a:pt x="5336" y="5168"/>
                      <a:pt x="5689" y="3742"/>
                    </a:cubicBezTo>
                    <a:cubicBezTo>
                      <a:pt x="6042" y="2317"/>
                      <a:pt x="5169" y="870"/>
                      <a:pt x="3743" y="518"/>
                    </a:cubicBezTo>
                    <a:cubicBezTo>
                      <a:pt x="3529" y="465"/>
                      <a:pt x="3315" y="439"/>
                      <a:pt x="3104" y="439"/>
                    </a:cubicBezTo>
                    <a:moveTo>
                      <a:pt x="3103" y="6206"/>
                    </a:moveTo>
                    <a:cubicBezTo>
                      <a:pt x="2857" y="6206"/>
                      <a:pt x="2607" y="6176"/>
                      <a:pt x="2358" y="6115"/>
                    </a:cubicBezTo>
                    <a:cubicBezTo>
                      <a:pt x="697" y="5704"/>
                      <a:pt x="-319" y="4018"/>
                      <a:pt x="91" y="2357"/>
                    </a:cubicBezTo>
                    <a:cubicBezTo>
                      <a:pt x="502" y="697"/>
                      <a:pt x="2188" y="-320"/>
                      <a:pt x="3849" y="91"/>
                    </a:cubicBezTo>
                    <a:cubicBezTo>
                      <a:pt x="5510" y="502"/>
                      <a:pt x="6527" y="2188"/>
                      <a:pt x="6116" y="3848"/>
                    </a:cubicBezTo>
                    <a:cubicBezTo>
                      <a:pt x="5766" y="5260"/>
                      <a:pt x="4496" y="6206"/>
                      <a:pt x="3103" y="62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>
                <a:off x="8562021" y="933664"/>
                <a:ext cx="414683" cy="596319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5440" extrusionOk="0">
                    <a:moveTo>
                      <a:pt x="3612" y="1969"/>
                    </a:moveTo>
                    <a:cubicBezTo>
                      <a:pt x="3159" y="377"/>
                      <a:pt x="2322" y="0"/>
                      <a:pt x="2322" y="0"/>
                    </a:cubicBezTo>
                    <a:cubicBezTo>
                      <a:pt x="2261" y="1053"/>
                      <a:pt x="2010" y="1453"/>
                      <a:pt x="2010" y="1453"/>
                    </a:cubicBezTo>
                    <a:cubicBezTo>
                      <a:pt x="1839" y="1082"/>
                      <a:pt x="1572" y="874"/>
                      <a:pt x="1572" y="874"/>
                    </a:cubicBezTo>
                    <a:cubicBezTo>
                      <a:pt x="1431" y="1346"/>
                      <a:pt x="872" y="1976"/>
                      <a:pt x="599" y="2262"/>
                    </a:cubicBezTo>
                    <a:cubicBezTo>
                      <a:pt x="546" y="2310"/>
                      <a:pt x="497" y="2361"/>
                      <a:pt x="450" y="2415"/>
                    </a:cubicBezTo>
                    <a:cubicBezTo>
                      <a:pt x="449" y="2416"/>
                      <a:pt x="448" y="2417"/>
                      <a:pt x="448" y="2417"/>
                    </a:cubicBezTo>
                    <a:lnTo>
                      <a:pt x="448" y="2417"/>
                    </a:lnTo>
                    <a:cubicBezTo>
                      <a:pt x="264" y="2627"/>
                      <a:pt x="126" y="2884"/>
                      <a:pt x="54" y="3175"/>
                    </a:cubicBezTo>
                    <a:cubicBezTo>
                      <a:pt x="-189" y="4154"/>
                      <a:pt x="408" y="5143"/>
                      <a:pt x="1387" y="5386"/>
                    </a:cubicBezTo>
                    <a:cubicBezTo>
                      <a:pt x="2112" y="5565"/>
                      <a:pt x="2843" y="5284"/>
                      <a:pt x="3272" y="4728"/>
                    </a:cubicBezTo>
                    <a:lnTo>
                      <a:pt x="3272" y="4728"/>
                    </a:lnTo>
                    <a:cubicBezTo>
                      <a:pt x="3272" y="4728"/>
                      <a:pt x="4141" y="3831"/>
                      <a:pt x="3612" y="19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>
                <a:off x="8634478" y="1140509"/>
                <a:ext cx="240720" cy="331264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022" extrusionOk="0">
                    <a:moveTo>
                      <a:pt x="2172" y="1210"/>
                    </a:moveTo>
                    <a:cubicBezTo>
                      <a:pt x="2050" y="281"/>
                      <a:pt x="1611" y="0"/>
                      <a:pt x="1611" y="0"/>
                    </a:cubicBezTo>
                    <a:cubicBezTo>
                      <a:pt x="1490" y="585"/>
                      <a:pt x="1316" y="788"/>
                      <a:pt x="1316" y="788"/>
                    </a:cubicBezTo>
                    <a:cubicBezTo>
                      <a:pt x="1251" y="567"/>
                      <a:pt x="1118" y="429"/>
                      <a:pt x="1118" y="429"/>
                    </a:cubicBezTo>
                    <a:cubicBezTo>
                      <a:pt x="1000" y="681"/>
                      <a:pt x="634" y="988"/>
                      <a:pt x="458" y="1126"/>
                    </a:cubicBezTo>
                    <a:cubicBezTo>
                      <a:pt x="424" y="1149"/>
                      <a:pt x="392" y="1173"/>
                      <a:pt x="362" y="1200"/>
                    </a:cubicBezTo>
                    <a:cubicBezTo>
                      <a:pt x="361" y="1200"/>
                      <a:pt x="360" y="1200"/>
                      <a:pt x="360" y="1200"/>
                    </a:cubicBezTo>
                    <a:lnTo>
                      <a:pt x="361" y="1201"/>
                    </a:lnTo>
                    <a:cubicBezTo>
                      <a:pt x="240" y="1304"/>
                      <a:pt x="141" y="1437"/>
                      <a:pt x="77" y="1594"/>
                    </a:cubicBezTo>
                    <a:cubicBezTo>
                      <a:pt x="-140" y="2123"/>
                      <a:pt x="114" y="2728"/>
                      <a:pt x="643" y="2944"/>
                    </a:cubicBezTo>
                    <a:cubicBezTo>
                      <a:pt x="1035" y="3105"/>
                      <a:pt x="1468" y="3007"/>
                      <a:pt x="1754" y="2731"/>
                    </a:cubicBezTo>
                    <a:lnTo>
                      <a:pt x="1754" y="2731"/>
                    </a:lnTo>
                    <a:cubicBezTo>
                      <a:pt x="1754" y="2731"/>
                      <a:pt x="2316" y="2299"/>
                      <a:pt x="2172" y="12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>
                <a:off x="8622859" y="1155636"/>
                <a:ext cx="257272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3289" extrusionOk="0">
                    <a:moveTo>
                      <a:pt x="44" y="237"/>
                    </a:moveTo>
                    <a:cubicBezTo>
                      <a:pt x="29" y="251"/>
                      <a:pt x="15" y="266"/>
                      <a:pt x="0" y="280"/>
                    </a:cubicBezTo>
                    <a:lnTo>
                      <a:pt x="1932" y="3289"/>
                    </a:lnTo>
                    <a:cubicBezTo>
                      <a:pt x="2080" y="3231"/>
                      <a:pt x="2219" y="3156"/>
                      <a:pt x="2347" y="3062"/>
                    </a:cubicBezTo>
                    <a:lnTo>
                      <a:pt x="261" y="0"/>
                    </a:lnTo>
                    <a:cubicBezTo>
                      <a:pt x="180" y="92"/>
                      <a:pt x="105" y="174"/>
                      <a:pt x="44" y="237"/>
                    </a:cubicBezTo>
                    <a:close/>
                  </a:path>
                </a:pathLst>
              </a:custGeom>
              <a:solidFill>
                <a:srgbClr val="F8F8F8">
                  <a:alpha val="33410"/>
                </a:srgbClr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>
                <a:off x="8579669" y="1030236"/>
                <a:ext cx="370726" cy="546553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986" extrusionOk="0">
                    <a:moveTo>
                      <a:pt x="3145" y="4986"/>
                    </a:moveTo>
                    <a:lnTo>
                      <a:pt x="0" y="154"/>
                    </a:lnTo>
                    <a:lnTo>
                      <a:pt x="236" y="0"/>
                    </a:lnTo>
                    <a:lnTo>
                      <a:pt x="3382" y="4832"/>
                    </a:lnTo>
                    <a:lnTo>
                      <a:pt x="3145" y="49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41" name="Google Shape;941;p30"/>
          <p:cNvSpPr/>
          <p:nvPr/>
        </p:nvSpPr>
        <p:spPr>
          <a:xfrm>
            <a:off x="436650" y="240445"/>
            <a:ext cx="183600" cy="1836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942" name="Google Shape;942;p30"/>
          <p:cNvGrpSpPr/>
          <p:nvPr/>
        </p:nvGrpSpPr>
        <p:grpSpPr>
          <a:xfrm>
            <a:off x="8" y="-441980"/>
            <a:ext cx="3409580" cy="4195930"/>
            <a:chOff x="8" y="-441980"/>
            <a:chExt cx="3409580" cy="4195930"/>
          </a:xfrm>
        </p:grpSpPr>
        <p:sp>
          <p:nvSpPr>
            <p:cNvPr id="943" name="Google Shape;943;p30"/>
            <p:cNvSpPr/>
            <p:nvPr/>
          </p:nvSpPr>
          <p:spPr>
            <a:xfrm>
              <a:off x="7" y="3096590"/>
              <a:ext cx="643680" cy="657360"/>
            </a:xfrm>
            <a:custGeom>
              <a:avLst/>
              <a:gdLst/>
              <a:ahLst/>
              <a:cxnLst/>
              <a:rect l="l" t="t" r="r" b="b"/>
              <a:pathLst>
                <a:path w="1788" h="1826" extrusionOk="0">
                  <a:moveTo>
                    <a:pt x="1423" y="804"/>
                  </a:moveTo>
                  <a:cubicBezTo>
                    <a:pt x="1423" y="804"/>
                    <a:pt x="1882" y="601"/>
                    <a:pt x="1715" y="328"/>
                  </a:cubicBezTo>
                  <a:cubicBezTo>
                    <a:pt x="1547" y="55"/>
                    <a:pt x="1141" y="344"/>
                    <a:pt x="1141" y="344"/>
                  </a:cubicBezTo>
                  <a:cubicBezTo>
                    <a:pt x="1141" y="344"/>
                    <a:pt x="1310" y="52"/>
                    <a:pt x="1211" y="5"/>
                  </a:cubicBezTo>
                  <a:cubicBezTo>
                    <a:pt x="1111" y="-43"/>
                    <a:pt x="1039" y="259"/>
                    <a:pt x="1039" y="259"/>
                  </a:cubicBezTo>
                  <a:cubicBezTo>
                    <a:pt x="1039" y="259"/>
                    <a:pt x="779" y="-37"/>
                    <a:pt x="505" y="33"/>
                  </a:cubicBezTo>
                  <a:cubicBezTo>
                    <a:pt x="231" y="102"/>
                    <a:pt x="354" y="738"/>
                    <a:pt x="354" y="738"/>
                  </a:cubicBezTo>
                  <a:cubicBezTo>
                    <a:pt x="354" y="738"/>
                    <a:pt x="106" y="495"/>
                    <a:pt x="81" y="599"/>
                  </a:cubicBezTo>
                  <a:cubicBezTo>
                    <a:pt x="56" y="704"/>
                    <a:pt x="346" y="951"/>
                    <a:pt x="346" y="951"/>
                  </a:cubicBezTo>
                  <a:cubicBezTo>
                    <a:pt x="346" y="951"/>
                    <a:pt x="-122" y="961"/>
                    <a:pt x="31" y="1322"/>
                  </a:cubicBezTo>
                  <a:cubicBezTo>
                    <a:pt x="183" y="1684"/>
                    <a:pt x="696" y="1409"/>
                    <a:pt x="696" y="1409"/>
                  </a:cubicBezTo>
                  <a:cubicBezTo>
                    <a:pt x="696" y="1409"/>
                    <a:pt x="589" y="1652"/>
                    <a:pt x="746" y="1763"/>
                  </a:cubicBezTo>
                  <a:cubicBezTo>
                    <a:pt x="904" y="1874"/>
                    <a:pt x="950" y="1500"/>
                    <a:pt x="950" y="1500"/>
                  </a:cubicBezTo>
                  <a:cubicBezTo>
                    <a:pt x="950" y="1500"/>
                    <a:pt x="1065" y="1914"/>
                    <a:pt x="1234" y="1810"/>
                  </a:cubicBezTo>
                  <a:cubicBezTo>
                    <a:pt x="1403" y="1706"/>
                    <a:pt x="1240" y="1342"/>
                    <a:pt x="1240" y="1342"/>
                  </a:cubicBezTo>
                  <a:cubicBezTo>
                    <a:pt x="1240" y="1342"/>
                    <a:pt x="1696" y="1526"/>
                    <a:pt x="1778" y="1239"/>
                  </a:cubicBezTo>
                  <a:cubicBezTo>
                    <a:pt x="1860" y="951"/>
                    <a:pt x="1423" y="804"/>
                    <a:pt x="1423" y="8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2230948" y="-441980"/>
              <a:ext cx="1178640" cy="1204920"/>
            </a:xfrm>
            <a:custGeom>
              <a:avLst/>
              <a:gdLst/>
              <a:ahLst/>
              <a:cxnLst/>
              <a:rect l="l" t="t" r="r" b="b"/>
              <a:pathLst>
                <a:path w="3274" h="3347" extrusionOk="0">
                  <a:moveTo>
                    <a:pt x="2575" y="1455"/>
                  </a:moveTo>
                  <a:cubicBezTo>
                    <a:pt x="2575" y="1455"/>
                    <a:pt x="3399" y="1045"/>
                    <a:pt x="3069" y="559"/>
                  </a:cubicBezTo>
                  <a:cubicBezTo>
                    <a:pt x="2740" y="73"/>
                    <a:pt x="2019" y="636"/>
                    <a:pt x="2019" y="636"/>
                  </a:cubicBezTo>
                  <a:cubicBezTo>
                    <a:pt x="2019" y="636"/>
                    <a:pt x="2171" y="87"/>
                    <a:pt x="1985" y="8"/>
                  </a:cubicBezTo>
                  <a:cubicBezTo>
                    <a:pt x="1798" y="-70"/>
                    <a:pt x="1826" y="488"/>
                    <a:pt x="1826" y="488"/>
                  </a:cubicBezTo>
                  <a:cubicBezTo>
                    <a:pt x="1826" y="488"/>
                    <a:pt x="1324" y="-31"/>
                    <a:pt x="828" y="118"/>
                  </a:cubicBezTo>
                  <a:cubicBezTo>
                    <a:pt x="332" y="268"/>
                    <a:pt x="612" y="1423"/>
                    <a:pt x="612" y="1423"/>
                  </a:cubicBezTo>
                  <a:cubicBezTo>
                    <a:pt x="612" y="1423"/>
                    <a:pt x="137" y="998"/>
                    <a:pt x="100" y="1191"/>
                  </a:cubicBezTo>
                  <a:cubicBezTo>
                    <a:pt x="63" y="1385"/>
                    <a:pt x="614" y="1813"/>
                    <a:pt x="614" y="1813"/>
                  </a:cubicBezTo>
                  <a:cubicBezTo>
                    <a:pt x="614" y="1813"/>
                    <a:pt x="-242" y="1870"/>
                    <a:pt x="67" y="2519"/>
                  </a:cubicBezTo>
                  <a:cubicBezTo>
                    <a:pt x="377" y="3168"/>
                    <a:pt x="1292" y="2622"/>
                    <a:pt x="1292" y="2622"/>
                  </a:cubicBezTo>
                  <a:cubicBezTo>
                    <a:pt x="1292" y="2622"/>
                    <a:pt x="1118" y="3077"/>
                    <a:pt x="1415" y="3267"/>
                  </a:cubicBezTo>
                  <a:cubicBezTo>
                    <a:pt x="1712" y="3458"/>
                    <a:pt x="1767" y="2767"/>
                    <a:pt x="1767" y="2767"/>
                  </a:cubicBezTo>
                  <a:cubicBezTo>
                    <a:pt x="1767" y="2767"/>
                    <a:pt x="2011" y="3516"/>
                    <a:pt x="2313" y="3312"/>
                  </a:cubicBezTo>
                  <a:cubicBezTo>
                    <a:pt x="2614" y="3108"/>
                    <a:pt x="2283" y="2454"/>
                    <a:pt x="2283" y="2454"/>
                  </a:cubicBezTo>
                  <a:cubicBezTo>
                    <a:pt x="2283" y="2454"/>
                    <a:pt x="3135" y="2754"/>
                    <a:pt x="3261" y="2221"/>
                  </a:cubicBezTo>
                  <a:cubicBezTo>
                    <a:pt x="3387" y="1687"/>
                    <a:pt x="2575" y="1455"/>
                    <a:pt x="2575" y="14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5" name="Google Shape;945;p30"/>
          <p:cNvGrpSpPr/>
          <p:nvPr/>
        </p:nvGrpSpPr>
        <p:grpSpPr>
          <a:xfrm>
            <a:off x="91419" y="-11325"/>
            <a:ext cx="9163382" cy="6538635"/>
            <a:chOff x="91419" y="-11325"/>
            <a:chExt cx="9163382" cy="6538635"/>
          </a:xfrm>
        </p:grpSpPr>
        <p:grpSp>
          <p:nvGrpSpPr>
            <p:cNvPr id="946" name="Google Shape;946;p30"/>
            <p:cNvGrpSpPr/>
            <p:nvPr/>
          </p:nvGrpSpPr>
          <p:grpSpPr>
            <a:xfrm>
              <a:off x="91419" y="-11325"/>
              <a:ext cx="9163382" cy="6538635"/>
              <a:chOff x="91419" y="-11325"/>
              <a:chExt cx="9163382" cy="6538635"/>
            </a:xfrm>
          </p:grpSpPr>
          <p:sp>
            <p:nvSpPr>
              <p:cNvPr id="947" name="Google Shape;947;p30"/>
              <p:cNvSpPr/>
              <p:nvPr/>
            </p:nvSpPr>
            <p:spPr>
              <a:xfrm rot="-3737898" flipH="1">
                <a:off x="7230942" y="5075865"/>
                <a:ext cx="2466488" cy="490904"/>
              </a:xfrm>
              <a:custGeom>
                <a:avLst/>
                <a:gdLst/>
                <a:ahLst/>
                <a:cxnLst/>
                <a:rect l="l" t="t" r="r" b="b"/>
                <a:pathLst>
                  <a:path w="102010" h="20303" extrusionOk="0">
                    <a:moveTo>
                      <a:pt x="0" y="18878"/>
                    </a:moveTo>
                    <a:cubicBezTo>
                      <a:pt x="9739" y="18068"/>
                      <a:pt x="29609" y="11280"/>
                      <a:pt x="24581" y="2901"/>
                    </a:cubicBezTo>
                    <a:cubicBezTo>
                      <a:pt x="22881" y="69"/>
                      <a:pt x="15175" y="4613"/>
                      <a:pt x="15977" y="7817"/>
                    </a:cubicBezTo>
                    <a:cubicBezTo>
                      <a:pt x="17407" y="13532"/>
                      <a:pt x="22845" y="19275"/>
                      <a:pt x="28677" y="20107"/>
                    </a:cubicBezTo>
                    <a:cubicBezTo>
                      <a:pt x="39710" y="21680"/>
                      <a:pt x="45370" y="4585"/>
                      <a:pt x="55716" y="443"/>
                    </a:cubicBezTo>
                    <a:cubicBezTo>
                      <a:pt x="63221" y="-2562"/>
                      <a:pt x="66949" y="14190"/>
                      <a:pt x="74971" y="15191"/>
                    </a:cubicBezTo>
                    <a:cubicBezTo>
                      <a:pt x="80921" y="15934"/>
                      <a:pt x="85059" y="8612"/>
                      <a:pt x="90539" y="6178"/>
                    </a:cubicBezTo>
                    <a:cubicBezTo>
                      <a:pt x="94446" y="4442"/>
                      <a:pt x="99169" y="8719"/>
                      <a:pt x="102010" y="11914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48" name="Google Shape;948;p30"/>
              <p:cNvSpPr/>
              <p:nvPr/>
            </p:nvSpPr>
            <p:spPr>
              <a:xfrm rot="189632">
                <a:off x="238020" y="43972"/>
                <a:ext cx="2041256" cy="1281086"/>
              </a:xfrm>
              <a:custGeom>
                <a:avLst/>
                <a:gdLst/>
                <a:ahLst/>
                <a:cxnLst/>
                <a:rect l="l" t="t" r="r" b="b"/>
                <a:pathLst>
                  <a:path w="99156" h="62230" extrusionOk="0">
                    <a:moveTo>
                      <a:pt x="21727" y="62230"/>
                    </a:moveTo>
                    <a:cubicBezTo>
                      <a:pt x="12702" y="55011"/>
                      <a:pt x="-5283" y="43206"/>
                      <a:pt x="1653" y="33962"/>
                    </a:cubicBezTo>
                    <a:cubicBezTo>
                      <a:pt x="7517" y="26146"/>
                      <a:pt x="21513" y="28271"/>
                      <a:pt x="27872" y="20852"/>
                    </a:cubicBezTo>
                    <a:cubicBezTo>
                      <a:pt x="34352" y="13291"/>
                      <a:pt x="41087" y="-3673"/>
                      <a:pt x="49994" y="778"/>
                    </a:cubicBezTo>
                    <a:cubicBezTo>
                      <a:pt x="54261" y="2910"/>
                      <a:pt x="52114" y="10080"/>
                      <a:pt x="53272" y="14707"/>
                    </a:cubicBezTo>
                    <a:cubicBezTo>
                      <a:pt x="54399" y="19211"/>
                      <a:pt x="61009" y="22173"/>
                      <a:pt x="65562" y="21262"/>
                    </a:cubicBezTo>
                    <a:cubicBezTo>
                      <a:pt x="74136" y="19546"/>
                      <a:pt x="78548" y="9374"/>
                      <a:pt x="86046" y="4875"/>
                    </a:cubicBezTo>
                    <a:cubicBezTo>
                      <a:pt x="89793" y="2626"/>
                      <a:pt x="94846" y="4156"/>
                      <a:pt x="99156" y="4875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49" name="Google Shape;949;p30"/>
              <p:cNvSpPr/>
              <p:nvPr/>
            </p:nvSpPr>
            <p:spPr>
              <a:xfrm>
                <a:off x="91419" y="1410815"/>
                <a:ext cx="631523" cy="1045775"/>
              </a:xfrm>
              <a:custGeom>
                <a:avLst/>
                <a:gdLst/>
                <a:ahLst/>
                <a:cxnLst/>
                <a:rect l="l" t="t" r="r" b="b"/>
                <a:pathLst>
                  <a:path w="34141" h="56536" extrusionOk="0">
                    <a:moveTo>
                      <a:pt x="33933" y="0"/>
                    </a:moveTo>
                    <a:cubicBezTo>
                      <a:pt x="35604" y="8352"/>
                      <a:pt x="23143" y="15856"/>
                      <a:pt x="14678" y="16797"/>
                    </a:cubicBezTo>
                    <a:cubicBezTo>
                      <a:pt x="11950" y="17100"/>
                      <a:pt x="8426" y="17919"/>
                      <a:pt x="6485" y="15978"/>
                    </a:cubicBezTo>
                    <a:cubicBezTo>
                      <a:pt x="5036" y="14529"/>
                      <a:pt x="4706" y="10848"/>
                      <a:pt x="6485" y="9832"/>
                    </a:cubicBezTo>
                    <a:cubicBezTo>
                      <a:pt x="9675" y="8009"/>
                      <a:pt x="15568" y="13642"/>
                      <a:pt x="14678" y="17207"/>
                    </a:cubicBezTo>
                    <a:cubicBezTo>
                      <a:pt x="12741" y="24971"/>
                      <a:pt x="2281" y="28698"/>
                      <a:pt x="339" y="36461"/>
                    </a:cubicBezTo>
                    <a:cubicBezTo>
                      <a:pt x="-1716" y="44676"/>
                      <a:pt x="7439" y="56536"/>
                      <a:pt x="15907" y="56536"/>
                    </a:cubicBezTo>
                  </a:path>
                </a:pathLst>
              </a:custGeom>
              <a:noFill/>
              <a:ln w="19050" cap="rnd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950" name="Google Shape;950;p30"/>
            <p:cNvSpPr/>
            <p:nvPr/>
          </p:nvSpPr>
          <p:spPr>
            <a:xfrm rot="178491">
              <a:off x="3818792" y="4794669"/>
              <a:ext cx="2550372" cy="507599"/>
            </a:xfrm>
            <a:custGeom>
              <a:avLst/>
              <a:gdLst/>
              <a:ahLst/>
              <a:cxnLst/>
              <a:rect l="l" t="t" r="r" b="b"/>
              <a:pathLst>
                <a:path w="102010" h="20303" extrusionOk="0">
                  <a:moveTo>
                    <a:pt x="0" y="18878"/>
                  </a:moveTo>
                  <a:cubicBezTo>
                    <a:pt x="9739" y="18068"/>
                    <a:pt x="29609" y="11280"/>
                    <a:pt x="24581" y="2901"/>
                  </a:cubicBezTo>
                  <a:cubicBezTo>
                    <a:pt x="22881" y="69"/>
                    <a:pt x="15175" y="4613"/>
                    <a:pt x="15977" y="7817"/>
                  </a:cubicBezTo>
                  <a:cubicBezTo>
                    <a:pt x="17407" y="13532"/>
                    <a:pt x="22845" y="19275"/>
                    <a:pt x="28677" y="20107"/>
                  </a:cubicBezTo>
                  <a:cubicBezTo>
                    <a:pt x="39710" y="21680"/>
                    <a:pt x="45370" y="4585"/>
                    <a:pt x="55716" y="443"/>
                  </a:cubicBezTo>
                  <a:cubicBezTo>
                    <a:pt x="63221" y="-2562"/>
                    <a:pt x="66949" y="14190"/>
                    <a:pt x="74971" y="15191"/>
                  </a:cubicBezTo>
                  <a:cubicBezTo>
                    <a:pt x="80921" y="15934"/>
                    <a:pt x="85059" y="8612"/>
                    <a:pt x="90539" y="6178"/>
                  </a:cubicBezTo>
                  <a:cubicBezTo>
                    <a:pt x="94446" y="4442"/>
                    <a:pt x="99169" y="8719"/>
                    <a:pt x="102010" y="11914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951" name="Google Shape;951;p30"/>
          <p:cNvGrpSpPr/>
          <p:nvPr/>
        </p:nvGrpSpPr>
        <p:grpSpPr>
          <a:xfrm>
            <a:off x="158243" y="1294500"/>
            <a:ext cx="8571750" cy="3594666"/>
            <a:chOff x="158243" y="1294500"/>
            <a:chExt cx="8571750" cy="3594666"/>
          </a:xfrm>
        </p:grpSpPr>
        <p:grpSp>
          <p:nvGrpSpPr>
            <p:cNvPr id="952" name="Google Shape;952;p30"/>
            <p:cNvGrpSpPr/>
            <p:nvPr/>
          </p:nvGrpSpPr>
          <p:grpSpPr>
            <a:xfrm flipH="1">
              <a:off x="158243" y="1294500"/>
              <a:ext cx="8571750" cy="3156573"/>
              <a:chOff x="447425" y="1294500"/>
              <a:chExt cx="8571750" cy="3156573"/>
            </a:xfrm>
          </p:grpSpPr>
          <p:sp>
            <p:nvSpPr>
              <p:cNvPr id="953" name="Google Shape;953;p30"/>
              <p:cNvSpPr/>
              <p:nvPr/>
            </p:nvSpPr>
            <p:spPr>
              <a:xfrm flipH="1">
                <a:off x="597183" y="1557369"/>
                <a:ext cx="63000" cy="630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 flipH="1">
                <a:off x="447425" y="1294500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 flipH="1">
                <a:off x="8792675" y="4108175"/>
                <a:ext cx="183600" cy="183600"/>
              </a:xfrm>
              <a:prstGeom prst="ellipse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 flipH="1">
                <a:off x="8927975" y="4359873"/>
                <a:ext cx="91200" cy="912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Darker Grotesque Medium"/>
                  <a:ea typeface="Darker Grotesque Medium"/>
                  <a:cs typeface="Darker Grotesque Medium"/>
                  <a:sym typeface="Darker Grotesque Medium"/>
                </a:endParaRPr>
              </a:p>
            </p:txBody>
          </p:sp>
        </p:grpSp>
        <p:sp>
          <p:nvSpPr>
            <p:cNvPr id="957" name="Google Shape;957;p30"/>
            <p:cNvSpPr/>
            <p:nvPr/>
          </p:nvSpPr>
          <p:spPr>
            <a:xfrm>
              <a:off x="4654192" y="4804136"/>
              <a:ext cx="85298" cy="85029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317" y="158"/>
                  </a:moveTo>
                  <a:cubicBezTo>
                    <a:pt x="317" y="245"/>
                    <a:pt x="246" y="316"/>
                    <a:pt x="158" y="316"/>
                  </a:cubicBezTo>
                  <a:cubicBezTo>
                    <a:pt x="71" y="316"/>
                    <a:pt x="0" y="245"/>
                    <a:pt x="0" y="158"/>
                  </a:cubicBezTo>
                  <a:cubicBezTo>
                    <a:pt x="0" y="71"/>
                    <a:pt x="71" y="0"/>
                    <a:pt x="158" y="0"/>
                  </a:cubicBezTo>
                  <a:cubicBezTo>
                    <a:pt x="246" y="0"/>
                    <a:pt x="317" y="71"/>
                    <a:pt x="317" y="15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legreya Sans"/>
              <a:buNone/>
              <a:defRPr sz="3500" b="1">
                <a:solidFill>
                  <a:schemeClr val="lt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dib.2025.11167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7"/>
          <p:cNvSpPr txBox="1">
            <a:spLocks noGrp="1"/>
          </p:cNvSpPr>
          <p:nvPr>
            <p:ph type="ctrTitle"/>
          </p:nvPr>
        </p:nvSpPr>
        <p:spPr>
          <a:xfrm>
            <a:off x="1360397" y="1405325"/>
            <a:ext cx="6438600" cy="236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Simple Siamese Representation Learning:</a:t>
            </a:r>
            <a:br>
              <a:rPr lang="en" sz="4300"/>
            </a:br>
            <a:r>
              <a:rPr lang="en" sz="2000">
                <a:solidFill>
                  <a:srgbClr val="CC0000"/>
                </a:solidFill>
              </a:rPr>
              <a:t>A Self-Supervised Learning Method</a:t>
            </a:r>
            <a:endParaRPr sz="2000">
              <a:solidFill>
                <a:srgbClr val="CC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C0000"/>
                </a:solidFill>
              </a:rPr>
              <a:t>(SimSiam)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8"/>
          <p:cNvSpPr txBox="1">
            <a:spLocks noGrp="1"/>
          </p:cNvSpPr>
          <p:nvPr>
            <p:ph type="ctrTitle" idx="4294967295"/>
          </p:nvPr>
        </p:nvSpPr>
        <p:spPr>
          <a:xfrm>
            <a:off x="1422970" y="1995575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What is SimSiam?</a:t>
            </a:r>
            <a:endParaRPr sz="200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49" title="istockphoto-1153903430-612x612 - Cop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015" y="1330090"/>
            <a:ext cx="24860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49" title="istockphoto-1153903430-612x61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295" y="1370331"/>
            <a:ext cx="23622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9" title="istockphoto-178179249-170667a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4170" y="1101938"/>
            <a:ext cx="2865625" cy="42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9" title="image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035512" y="276375"/>
            <a:ext cx="2692900" cy="17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49"/>
          <p:cNvSpPr txBox="1"/>
          <p:nvPr/>
        </p:nvSpPr>
        <p:spPr>
          <a:xfrm>
            <a:off x="5606725" y="662296"/>
            <a:ext cx="1551600" cy="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Oh! You know me SimSiam</a:t>
            </a:r>
            <a:endParaRPr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49"/>
          <p:cNvSpPr txBox="1"/>
          <p:nvPr/>
        </p:nvSpPr>
        <p:spPr>
          <a:xfrm>
            <a:off x="3074137" y="1221000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Doggesh</a:t>
            </a:r>
            <a:endParaRPr b="1" i="1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49"/>
          <p:cNvSpPr txBox="1"/>
          <p:nvPr/>
        </p:nvSpPr>
        <p:spPr>
          <a:xfrm>
            <a:off x="3332137" y="1429856"/>
            <a:ext cx="5706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+</a:t>
            </a:r>
            <a:endParaRPr sz="3400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50" title="istockphoto-1158030174-612x612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375918" y="313750"/>
            <a:ext cx="4962875" cy="21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0" title="smiley-smiling-dog-white-background-260nw-251198219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93" y="2624500"/>
            <a:ext cx="5562576" cy="2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1"/>
          <p:cNvSpPr txBox="1">
            <a:spLocks noGrp="1"/>
          </p:cNvSpPr>
          <p:nvPr>
            <p:ph type="ctrTitle"/>
          </p:nvPr>
        </p:nvSpPr>
        <p:spPr>
          <a:xfrm>
            <a:off x="1189537" y="850289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OBJECTIVE</a:t>
            </a:r>
            <a:endParaRPr sz="2000">
              <a:solidFill>
                <a:srgbClr val="CC0000"/>
              </a:solidFill>
            </a:endParaRPr>
          </a:p>
        </p:txBody>
      </p:sp>
      <p:sp>
        <p:nvSpPr>
          <p:cNvPr id="1088" name="Google Shape;1088;p51"/>
          <p:cNvSpPr txBox="1"/>
          <p:nvPr/>
        </p:nvSpPr>
        <p:spPr>
          <a:xfrm>
            <a:off x="914095" y="1737725"/>
            <a:ext cx="7554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</a:t>
            </a:r>
            <a:r>
              <a:rPr lang="en" sz="1600" b="1"/>
              <a:t>objective</a:t>
            </a:r>
            <a:r>
              <a:rPr lang="en" sz="1600"/>
              <a:t> of SimSiam is to make the two augmented views of the same image </a:t>
            </a:r>
            <a:r>
              <a:rPr lang="en" sz="1600" b="1"/>
              <a:t>produce similar representations</a:t>
            </a:r>
            <a:r>
              <a:rPr lang="en" sz="1600"/>
              <a:t> (feature vectors).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51"/>
          <p:cNvSpPr txBox="1"/>
          <p:nvPr/>
        </p:nvSpPr>
        <p:spPr>
          <a:xfrm>
            <a:off x="1139176" y="2993550"/>
            <a:ext cx="67941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“No matter how you make me smile, look sad, or see my teeth. </a:t>
            </a: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My inner identity doesn’t change.”</a:t>
            </a: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“SimSiam does the same thing for images: even when brightness, color, or angle changes, it learns that it’s still the same object.”</a:t>
            </a:r>
            <a:endParaRPr sz="1600"/>
          </a:p>
        </p:txBody>
      </p:sp>
      <p:sp>
        <p:nvSpPr>
          <p:cNvPr id="1090" name="Google Shape;1090;p51"/>
          <p:cNvSpPr txBox="1"/>
          <p:nvPr/>
        </p:nvSpPr>
        <p:spPr>
          <a:xfrm>
            <a:off x="2887254" y="25336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Doggesh Says</a:t>
            </a:r>
            <a:endParaRPr sz="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52" title="1-removebg-preview.png"/>
          <p:cNvPicPr preferRelativeResize="0"/>
          <p:nvPr/>
        </p:nvPicPr>
        <p:blipFill rotWithShape="1">
          <a:blip r:embed="rId3">
            <a:alphaModFix/>
          </a:blip>
          <a:srcRect t="15160"/>
          <a:stretch/>
        </p:blipFill>
        <p:spPr>
          <a:xfrm>
            <a:off x="2557975" y="792324"/>
            <a:ext cx="4103325" cy="35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3"/>
          <p:cNvSpPr txBox="1">
            <a:spLocks noGrp="1"/>
          </p:cNvSpPr>
          <p:nvPr>
            <p:ph type="ctrTitle" idx="4294967295"/>
          </p:nvPr>
        </p:nvSpPr>
        <p:spPr>
          <a:xfrm>
            <a:off x="1349382" y="886004"/>
            <a:ext cx="6438600" cy="8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HOW IT WORKS?</a:t>
            </a:r>
            <a:endParaRPr sz="2000">
              <a:solidFill>
                <a:srgbClr val="CC0000"/>
              </a:solidFill>
            </a:endParaRPr>
          </a:p>
        </p:txBody>
      </p:sp>
      <p:sp>
        <p:nvSpPr>
          <p:cNvPr id="1101" name="Google Shape;1101;p53"/>
          <p:cNvSpPr txBox="1"/>
          <p:nvPr/>
        </p:nvSpPr>
        <p:spPr>
          <a:xfrm>
            <a:off x="2497549" y="2026883"/>
            <a:ext cx="166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Positive Pairs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53"/>
          <p:cNvSpPr txBox="1"/>
          <p:nvPr/>
        </p:nvSpPr>
        <p:spPr>
          <a:xfrm>
            <a:off x="5822049" y="2018391"/>
            <a:ext cx="1661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Negative Pairs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3" name="Google Shape;1103;p53" title="image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976" y="1858670"/>
            <a:ext cx="781050" cy="7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3" title="image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946" y="1866045"/>
            <a:ext cx="722775" cy="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53"/>
          <p:cNvSpPr txBox="1"/>
          <p:nvPr/>
        </p:nvSpPr>
        <p:spPr>
          <a:xfrm>
            <a:off x="2505369" y="3293393"/>
            <a:ext cx="1923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Learning Target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6" name="Google Shape;1106;p53" title="image-removebg-preview (3).png"/>
          <p:cNvPicPr preferRelativeResize="0"/>
          <p:nvPr/>
        </p:nvPicPr>
        <p:blipFill rotWithShape="1">
          <a:blip r:embed="rId5">
            <a:alphaModFix/>
          </a:blip>
          <a:srcRect l="2534" r="2525"/>
          <a:stretch/>
        </p:blipFill>
        <p:spPr>
          <a:xfrm>
            <a:off x="1716501" y="3150670"/>
            <a:ext cx="781050" cy="7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3" title="image-removebg-preview (4).png"/>
          <p:cNvPicPr preferRelativeResize="0"/>
          <p:nvPr/>
        </p:nvPicPr>
        <p:blipFill rotWithShape="1">
          <a:blip r:embed="rId6">
            <a:alphaModFix/>
          </a:blip>
          <a:srcRect t="3883" b="3874"/>
          <a:stretch/>
        </p:blipFill>
        <p:spPr>
          <a:xfrm>
            <a:off x="5005722" y="3095906"/>
            <a:ext cx="722775" cy="6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53"/>
          <p:cNvSpPr txBox="1"/>
          <p:nvPr/>
        </p:nvSpPr>
        <p:spPr>
          <a:xfrm>
            <a:off x="5745504" y="3250883"/>
            <a:ext cx="1923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/>
              <a:t>Stop Gradient</a:t>
            </a:r>
            <a:endParaRPr sz="1900" b="1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4"/>
          <p:cNvSpPr txBox="1">
            <a:spLocks noGrp="1"/>
          </p:cNvSpPr>
          <p:nvPr>
            <p:ph type="ctrTitle"/>
          </p:nvPr>
        </p:nvSpPr>
        <p:spPr>
          <a:xfrm>
            <a:off x="1448145" y="886004"/>
            <a:ext cx="6438600" cy="6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WHY IT FIT OUR DATASET?</a:t>
            </a:r>
            <a:endParaRPr sz="600">
              <a:solidFill>
                <a:srgbClr val="CC0000"/>
              </a:solidFill>
            </a:endParaRPr>
          </a:p>
        </p:txBody>
      </p:sp>
      <p:sp>
        <p:nvSpPr>
          <p:cNvPr id="1114" name="Google Shape;1114;p54"/>
          <p:cNvSpPr txBox="1"/>
          <p:nvPr/>
        </p:nvSpPr>
        <p:spPr>
          <a:xfrm>
            <a:off x="1066022" y="1831800"/>
            <a:ext cx="7688100" cy="21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Dataset Type	</a:t>
            </a:r>
            <a:r>
              <a:rPr lang="en" sz="1300" dirty="0"/>
              <a:t>Agricultural leaf images (Betel leaf – </a:t>
            </a:r>
            <a:r>
              <a:rPr lang="en" sz="1300" i="1" dirty="0"/>
              <a:t>Piper betle</a:t>
            </a:r>
            <a:r>
              <a:rPr lang="en" sz="1300" dirty="0"/>
              <a:t>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Total Images	</a:t>
            </a:r>
            <a:r>
              <a:rPr lang="en" sz="1300" dirty="0"/>
              <a:t>1,800 high-resolution images (1080×1080 px)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Classes	</a:t>
            </a:r>
            <a:r>
              <a:rPr lang="en" sz="1300" dirty="0"/>
              <a:t>Healthy (669), Diseased (509), Dried (622)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Environments	</a:t>
            </a:r>
            <a:r>
              <a:rPr lang="en" sz="1300" dirty="0"/>
              <a:t>Collected from both </a:t>
            </a:r>
            <a:r>
              <a:rPr lang="en" sz="1300" b="1" dirty="0"/>
              <a:t>Field</a:t>
            </a:r>
            <a:r>
              <a:rPr lang="en" sz="1300" dirty="0"/>
              <a:t> and </a:t>
            </a:r>
            <a:r>
              <a:rPr lang="en" sz="1300" b="1" dirty="0"/>
              <a:t>Controlled</a:t>
            </a:r>
            <a:r>
              <a:rPr lang="en" sz="1300" dirty="0"/>
              <a:t> conditions</a:t>
            </a:r>
            <a:endParaRPr sz="13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Variation	</a:t>
            </a:r>
            <a:r>
              <a:rPr lang="en" sz="1300" dirty="0"/>
              <a:t>Large variation in </a:t>
            </a:r>
            <a:r>
              <a:rPr lang="en" sz="1300" b="1" dirty="0"/>
              <a:t>lighting, color tone, texture, and background</a:t>
            </a:r>
            <a:endParaRPr sz="1300" b="1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Challenges	</a:t>
            </a:r>
            <a:r>
              <a:rPr lang="en" sz="1300" dirty="0"/>
              <a:t>Limited sample size, visual noise, and similar-looking leaf categories</a:t>
            </a:r>
            <a:endParaRPr sz="13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5"/>
          <p:cNvSpPr txBox="1">
            <a:spLocks noGrp="1"/>
          </p:cNvSpPr>
          <p:nvPr>
            <p:ph type="ctrTitle"/>
          </p:nvPr>
        </p:nvSpPr>
        <p:spPr>
          <a:xfrm>
            <a:off x="1448145" y="886004"/>
            <a:ext cx="6438600" cy="6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0">
                <a:latin typeface="Alegreya Sans Medium"/>
                <a:ea typeface="Alegreya Sans Medium"/>
                <a:cs typeface="Alegreya Sans Medium"/>
                <a:sym typeface="Alegreya Sans Medium"/>
              </a:rPr>
              <a:t>WHY IT FIT OUR DATASET?</a:t>
            </a:r>
            <a:endParaRPr sz="600">
              <a:solidFill>
                <a:srgbClr val="CC0000"/>
              </a:solidFill>
            </a:endParaRPr>
          </a:p>
        </p:txBody>
      </p:sp>
      <p:sp>
        <p:nvSpPr>
          <p:cNvPr id="1120" name="Google Shape;1120;p55"/>
          <p:cNvSpPr txBox="1"/>
          <p:nvPr/>
        </p:nvSpPr>
        <p:spPr>
          <a:xfrm>
            <a:off x="1079150" y="1677405"/>
            <a:ext cx="73311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Small dataset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(Only 1,800 images) SimSiam works great on small data without negatives.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 variation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Learns invariance) meaning it recognizes the same leaf even when brightness or angle changes.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Texture &amp; Color focus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Helps model learn fine texture details of healthy vs diseased vs dried leaves.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★"/>
            </a:pPr>
            <a:r>
              <a:rPr lang="en" sz="1100" b="1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Lightweight &amp; stable simple structure -</a:t>
            </a:r>
            <a:r>
              <a:rPr lang="en" sz="11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1100" i="1">
                <a:latin typeface="Montserrat"/>
                <a:ea typeface="Montserrat"/>
                <a:cs typeface="Montserrat"/>
                <a:sym typeface="Montserrat"/>
              </a:rPr>
              <a:t>Lightweight, no teacher network, and easy to train even on a T4 GPU.</a:t>
            </a:r>
            <a:endParaRPr sz="11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55"/>
          <p:cNvSpPr txBox="1"/>
          <p:nvPr/>
        </p:nvSpPr>
        <p:spPr>
          <a:xfrm>
            <a:off x="1185072" y="3682462"/>
            <a:ext cx="68121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 b="1"/>
              <a:t>Citations</a:t>
            </a:r>
            <a:endParaRPr sz="900" b="1"/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Chen, X., &amp; He, K. (2020). </a:t>
            </a:r>
            <a:r>
              <a:rPr lang="en" sz="900" i="1"/>
              <a:t>Exploring Simple Siamese Representation Learning.</a:t>
            </a:r>
            <a:r>
              <a:rPr lang="en" sz="900"/>
              <a:t> arXiv:2011.10566.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Mane, G., Bhise, R., Kadam, R., et al. (2025). </a:t>
            </a:r>
            <a:r>
              <a:rPr lang="en" sz="900" i="1"/>
              <a:t>PriBeL: A Primary Betel Leaf Dataset from Field and Controlled Environment.</a:t>
            </a:r>
            <a:r>
              <a:rPr lang="en" sz="900"/>
              <a:t> </a:t>
            </a:r>
            <a:r>
              <a:rPr lang="en" sz="900" i="1"/>
              <a:t>Data in Brief,</a:t>
            </a:r>
            <a:r>
              <a:rPr lang="en" sz="900"/>
              <a:t> 61, 111674.</a:t>
            </a:r>
            <a:r>
              <a:rPr lang="en" sz="900">
                <a:uFill>
                  <a:noFill/>
                </a:uFill>
                <a:hlinkClick r:id="rId3"/>
              </a:rPr>
              <a:t>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https://doi.org/10.1016/j.dib.2025.111674</a:t>
            </a:r>
            <a:endParaRPr sz="900" u="sng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6"/>
          <p:cNvSpPr txBox="1">
            <a:spLocks noGrp="1"/>
          </p:cNvSpPr>
          <p:nvPr>
            <p:ph type="ctrTitle"/>
          </p:nvPr>
        </p:nvSpPr>
        <p:spPr>
          <a:xfrm>
            <a:off x="1226675" y="668225"/>
            <a:ext cx="6438600" cy="15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pic>
        <p:nvPicPr>
          <p:cNvPr id="2" name="Google Shape;1072;p49" title="istockphoto-178179249-170667a-removebg-preview.png">
            <a:extLst>
              <a:ext uri="{FF2B5EF4-FFF2-40B4-BE49-F238E27FC236}">
                <a16:creationId xmlns:a16="http://schemas.microsoft.com/office/drawing/2014/main" id="{F2A35101-F7BA-A6F0-CFDC-E579B2E15B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1521" y="1600200"/>
            <a:ext cx="2316330" cy="313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fety and Emergency Preparedness - Health - 8th Grade by Slidesgo">
  <a:themeElements>
    <a:clrScheme name="Simple Light">
      <a:dk1>
        <a:srgbClr val="37312C"/>
      </a:dk1>
      <a:lt1>
        <a:srgbClr val="F8F8F8"/>
      </a:lt1>
      <a:dk2>
        <a:srgbClr val="FD5256"/>
      </a:dk2>
      <a:lt2>
        <a:srgbClr val="AC0205"/>
      </a:lt2>
      <a:accent1>
        <a:srgbClr val="FFB533"/>
      </a:accent1>
      <a:accent2>
        <a:srgbClr val="FFD550"/>
      </a:accent2>
      <a:accent3>
        <a:srgbClr val="CCCCCC"/>
      </a:accent3>
      <a:accent4>
        <a:srgbClr val="EFEFEF"/>
      </a:accent4>
      <a:accent5>
        <a:srgbClr val="FFFFFF"/>
      </a:accent5>
      <a:accent6>
        <a:srgbClr val="FFFFFF"/>
      </a:accent6>
      <a:hlink>
        <a:srgbClr val="37312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On-screen Show (16:9)</PresentationFormat>
  <Paragraphs>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</vt:lpstr>
      <vt:lpstr>Nunito Light</vt:lpstr>
      <vt:lpstr>Impact</vt:lpstr>
      <vt:lpstr>Alegreya Sans</vt:lpstr>
      <vt:lpstr>Darker Grotesque Medium</vt:lpstr>
      <vt:lpstr>Alegreya Sans Medium</vt:lpstr>
      <vt:lpstr>Arial</vt:lpstr>
      <vt:lpstr>Safety and Emergency Preparedness - Health - 8th Grade by Slidesgo</vt:lpstr>
      <vt:lpstr>Simple Siamese Representation Learning: A Self-Supervised Learning Method (SimSiam)</vt:lpstr>
      <vt:lpstr>What is SimSiam?</vt:lpstr>
      <vt:lpstr>PowerPoint Presentation</vt:lpstr>
      <vt:lpstr>PowerPoint Presentation</vt:lpstr>
      <vt:lpstr>OBJECTIVE</vt:lpstr>
      <vt:lpstr>PowerPoint Presentation</vt:lpstr>
      <vt:lpstr>HOW IT WORKS?</vt:lpstr>
      <vt:lpstr>WHY IT FIT OUR DATASET?</vt:lpstr>
      <vt:lpstr>WHY IT FIT OUR DATASET?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Rick State</cp:lastModifiedBy>
  <cp:revision>3</cp:revision>
  <dcterms:modified xsi:type="dcterms:W3CDTF">2026-01-08T04:52:49Z</dcterms:modified>
</cp:coreProperties>
</file>